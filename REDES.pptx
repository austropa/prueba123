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3"/>
  </p:notesMasterIdLst>
  <p:sldIdLst>
    <p:sldId id="256" r:id="rId2"/>
    <p:sldId id="258" r:id="rId3"/>
    <p:sldId id="315" r:id="rId4"/>
    <p:sldId id="275" r:id="rId5"/>
    <p:sldId id="316" r:id="rId6"/>
    <p:sldId id="259" r:id="rId7"/>
    <p:sldId id="284" r:id="rId8"/>
    <p:sldId id="262" r:id="rId9"/>
    <p:sldId id="279" r:id="rId10"/>
    <p:sldId id="285" r:id="rId11"/>
    <p:sldId id="291" r:id="rId12"/>
  </p:sldIdLst>
  <p:sldSz cx="9144000" cy="5143500" type="screen16x9"/>
  <p:notesSz cx="6858000" cy="9144000"/>
  <p:embeddedFontLst>
    <p:embeddedFont>
      <p:font typeface="Jua" panose="020B0604020202020204" charset="-127"/>
      <p:regular r:id="rId14"/>
    </p:embeddedFont>
    <p:embeddedFont>
      <p:font typeface="Anaheim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Overpass" panose="020B0604020202020204" charset="0"/>
      <p:regular r:id="rId20"/>
      <p:bold r:id="rId21"/>
      <p:italic r:id="rId22"/>
      <p:boldItalic r:id="rId23"/>
    </p:embeddedFont>
    <p:embeddedFont>
      <p:font typeface="Oxanium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4DFB46-4C07-44DE-B411-6976ADF840DA}">
  <a:tblStyle styleId="{204DFB46-4C07-44DE-B411-6976ADF840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5238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f08a788ee6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f08a788ee6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f08a788ee6_0_8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f08a788ee6_0_8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613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gf0710f2cc8_0_10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8" name="Google Shape;1668;gf0710f2cc8_0_10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1473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gf0710f2cc8_0_10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8" name="Google Shape;1668;gf0710f2cc8_0_10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9184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f0710f2cc8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f0710f2cc8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660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f0710f2cc8_0_1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f0710f2cc8_0_1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9283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e21fa792a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e21fa792a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f08a788ee6_0_8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f08a788ee6_0_8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f08a788ee6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f08a788ee6_0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ebe24775e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ebe24775e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748BFF">
                  <a:alpha val="48627"/>
                </a:srgbClr>
              </a:gs>
              <a:gs pos="50000">
                <a:srgbClr val="7659FF">
                  <a:alpha val="49803"/>
                </a:srgbClr>
              </a:gs>
              <a:gs pos="75000">
                <a:srgbClr val="022E88">
                  <a:alpha val="34509"/>
                </a:srgbClr>
              </a:gs>
              <a:gs pos="100000">
                <a:srgbClr val="012060">
                  <a:alpha val="60392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5"/>
          <p:cNvGrpSpPr/>
          <p:nvPr/>
        </p:nvGrpSpPr>
        <p:grpSpPr>
          <a:xfrm>
            <a:off x="-12825" y="-92425"/>
            <a:ext cx="9277475" cy="5339875"/>
            <a:chOff x="-12825" y="-92425"/>
            <a:chExt cx="9277475" cy="5339875"/>
          </a:xfrm>
        </p:grpSpPr>
        <p:cxnSp>
          <p:nvCxnSpPr>
            <p:cNvPr id="108" name="Google Shape;108;p5"/>
            <p:cNvCxnSpPr/>
            <p:nvPr/>
          </p:nvCxnSpPr>
          <p:spPr>
            <a:xfrm>
              <a:off x="7595400" y="-15300"/>
              <a:ext cx="1566600" cy="36498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5"/>
            <p:cNvCxnSpPr/>
            <p:nvPr/>
          </p:nvCxnSpPr>
          <p:spPr>
            <a:xfrm flipH="1">
              <a:off x="8397150" y="-53850"/>
              <a:ext cx="334200" cy="53013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5"/>
            <p:cNvCxnSpPr/>
            <p:nvPr/>
          </p:nvCxnSpPr>
          <p:spPr>
            <a:xfrm rot="10800000" flipH="1">
              <a:off x="3442850" y="4604900"/>
              <a:ext cx="5821800" cy="552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5"/>
            <p:cNvCxnSpPr/>
            <p:nvPr/>
          </p:nvCxnSpPr>
          <p:spPr>
            <a:xfrm>
              <a:off x="-12825" y="3075525"/>
              <a:ext cx="2949600" cy="21270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5"/>
            <p:cNvCxnSpPr/>
            <p:nvPr/>
          </p:nvCxnSpPr>
          <p:spPr>
            <a:xfrm rot="10800000" flipH="1">
              <a:off x="147875" y="3962200"/>
              <a:ext cx="2750400" cy="12660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5"/>
            <p:cNvCxnSpPr/>
            <p:nvPr/>
          </p:nvCxnSpPr>
          <p:spPr>
            <a:xfrm flipH="1">
              <a:off x="-12650" y="-92425"/>
              <a:ext cx="1047300" cy="3887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4" name="Google Shape;114;p5"/>
            <p:cNvGrpSpPr/>
            <p:nvPr/>
          </p:nvGrpSpPr>
          <p:grpSpPr>
            <a:xfrm>
              <a:off x="8224354" y="1932425"/>
              <a:ext cx="718341" cy="718341"/>
              <a:chOff x="-83525" y="4333650"/>
              <a:chExt cx="539700" cy="539700"/>
            </a:xfrm>
          </p:grpSpPr>
          <p:sp>
            <p:nvSpPr>
              <p:cNvPr id="115" name="Google Shape;115;p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17;p5"/>
            <p:cNvGrpSpPr/>
            <p:nvPr/>
          </p:nvGrpSpPr>
          <p:grpSpPr>
            <a:xfrm>
              <a:off x="8197378" y="4416357"/>
              <a:ext cx="533979" cy="533979"/>
              <a:chOff x="-83525" y="4333650"/>
              <a:chExt cx="539700" cy="539700"/>
            </a:xfrm>
          </p:grpSpPr>
          <p:sp>
            <p:nvSpPr>
              <p:cNvPr id="118" name="Google Shape;118;p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" name="Google Shape;120;p5"/>
            <p:cNvGrpSpPr/>
            <p:nvPr/>
          </p:nvGrpSpPr>
          <p:grpSpPr>
            <a:xfrm>
              <a:off x="1483629" y="4040125"/>
              <a:ext cx="718341" cy="718341"/>
              <a:chOff x="-83525" y="4333650"/>
              <a:chExt cx="539700" cy="539700"/>
            </a:xfrm>
          </p:grpSpPr>
          <p:sp>
            <p:nvSpPr>
              <p:cNvPr id="121" name="Google Shape;121;p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" name="Google Shape;123;p5"/>
            <p:cNvGrpSpPr/>
            <p:nvPr/>
          </p:nvGrpSpPr>
          <p:grpSpPr>
            <a:xfrm>
              <a:off x="-12648" y="3015155"/>
              <a:ext cx="334182" cy="334182"/>
              <a:chOff x="-83525" y="4333650"/>
              <a:chExt cx="539700" cy="539700"/>
            </a:xfrm>
          </p:grpSpPr>
          <p:sp>
            <p:nvSpPr>
              <p:cNvPr id="124" name="Google Shape;124;p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5"/>
            <p:cNvGrpSpPr/>
            <p:nvPr/>
          </p:nvGrpSpPr>
          <p:grpSpPr>
            <a:xfrm>
              <a:off x="705394" y="372755"/>
              <a:ext cx="334182" cy="334182"/>
              <a:chOff x="-83525" y="4333650"/>
              <a:chExt cx="539700" cy="539700"/>
            </a:xfrm>
          </p:grpSpPr>
          <p:sp>
            <p:nvSpPr>
              <p:cNvPr id="127" name="Google Shape;127;p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9" name="Google Shape;129;p5"/>
          <p:cNvSpPr txBox="1">
            <a:spLocks noGrp="1"/>
          </p:cNvSpPr>
          <p:nvPr>
            <p:ph type="subTitle" idx="1"/>
          </p:nvPr>
        </p:nvSpPr>
        <p:spPr>
          <a:xfrm>
            <a:off x="720000" y="1692750"/>
            <a:ext cx="29076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Oxanium"/>
                <a:ea typeface="Oxanium"/>
                <a:cs typeface="Oxanium"/>
                <a:sym typeface="Oxan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subTitle" idx="2"/>
          </p:nvPr>
        </p:nvSpPr>
        <p:spPr>
          <a:xfrm>
            <a:off x="5516400" y="3158775"/>
            <a:ext cx="29076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9pPr>
          </a:lstStyle>
          <a:p>
            <a:endParaRPr/>
          </a:p>
        </p:txBody>
      </p:sp>
      <p:sp>
        <p:nvSpPr>
          <p:cNvPr id="131" name="Google Shape;131;p5"/>
          <p:cNvSpPr txBox="1">
            <a:spLocks noGrp="1"/>
          </p:cNvSpPr>
          <p:nvPr>
            <p:ph type="subTitle" idx="3"/>
          </p:nvPr>
        </p:nvSpPr>
        <p:spPr>
          <a:xfrm>
            <a:off x="720000" y="2073850"/>
            <a:ext cx="2907600" cy="8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"/>
          <p:cNvSpPr txBox="1">
            <a:spLocks noGrp="1"/>
          </p:cNvSpPr>
          <p:nvPr>
            <p:ph type="subTitle" idx="4"/>
          </p:nvPr>
        </p:nvSpPr>
        <p:spPr>
          <a:xfrm>
            <a:off x="5516400" y="3539875"/>
            <a:ext cx="2907600" cy="8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97" name="Google Shape;497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19"/>
          <p:cNvGrpSpPr/>
          <p:nvPr/>
        </p:nvGrpSpPr>
        <p:grpSpPr>
          <a:xfrm>
            <a:off x="-38625" y="-86000"/>
            <a:ext cx="9277700" cy="5409180"/>
            <a:chOff x="-38625" y="-86000"/>
            <a:chExt cx="9277700" cy="5409180"/>
          </a:xfrm>
        </p:grpSpPr>
        <p:cxnSp>
          <p:nvCxnSpPr>
            <p:cNvPr id="500" name="Google Shape;500;p19"/>
            <p:cNvCxnSpPr/>
            <p:nvPr/>
          </p:nvCxnSpPr>
          <p:spPr>
            <a:xfrm>
              <a:off x="7441175" y="-66725"/>
              <a:ext cx="1747500" cy="14739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1" name="Google Shape;501;p19"/>
            <p:cNvCxnSpPr/>
            <p:nvPr/>
          </p:nvCxnSpPr>
          <p:spPr>
            <a:xfrm>
              <a:off x="7143150" y="4924000"/>
              <a:ext cx="2054400" cy="789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2" name="Google Shape;502;p19"/>
            <p:cNvCxnSpPr/>
            <p:nvPr/>
          </p:nvCxnSpPr>
          <p:spPr>
            <a:xfrm flipH="1">
              <a:off x="8911300" y="-73150"/>
              <a:ext cx="32100" cy="1516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3" name="Google Shape;503;p19"/>
            <p:cNvCxnSpPr/>
            <p:nvPr/>
          </p:nvCxnSpPr>
          <p:spPr>
            <a:xfrm>
              <a:off x="7420475" y="241725"/>
              <a:ext cx="1818600" cy="533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4" name="Google Shape;504;p19"/>
            <p:cNvCxnSpPr/>
            <p:nvPr/>
          </p:nvCxnSpPr>
          <p:spPr>
            <a:xfrm flipH="1">
              <a:off x="-38625" y="-86000"/>
              <a:ext cx="879000" cy="2615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5" name="Google Shape;505;p19"/>
            <p:cNvCxnSpPr/>
            <p:nvPr/>
          </p:nvCxnSpPr>
          <p:spPr>
            <a:xfrm>
              <a:off x="-28475" y="4707700"/>
              <a:ext cx="1767000" cy="507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06" name="Google Shape;506;p19"/>
            <p:cNvGrpSpPr/>
            <p:nvPr/>
          </p:nvGrpSpPr>
          <p:grpSpPr>
            <a:xfrm>
              <a:off x="8673562" y="431300"/>
              <a:ext cx="507588" cy="507588"/>
              <a:chOff x="-83525" y="4333650"/>
              <a:chExt cx="539700" cy="539700"/>
            </a:xfrm>
          </p:grpSpPr>
          <p:sp>
            <p:nvSpPr>
              <p:cNvPr id="507" name="Google Shape;507;p19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9" name="Google Shape;509;p19"/>
            <p:cNvGrpSpPr/>
            <p:nvPr/>
          </p:nvGrpSpPr>
          <p:grpSpPr>
            <a:xfrm>
              <a:off x="7364046" y="-29918"/>
              <a:ext cx="723360" cy="723360"/>
              <a:chOff x="-83525" y="4333650"/>
              <a:chExt cx="539700" cy="539700"/>
            </a:xfrm>
          </p:grpSpPr>
          <p:sp>
            <p:nvSpPr>
              <p:cNvPr id="510" name="Google Shape;510;p19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2" name="Google Shape;512;p19"/>
            <p:cNvGrpSpPr/>
            <p:nvPr/>
          </p:nvGrpSpPr>
          <p:grpSpPr>
            <a:xfrm>
              <a:off x="206291" y="1036783"/>
              <a:ext cx="389178" cy="389178"/>
              <a:chOff x="-83525" y="4333650"/>
              <a:chExt cx="539700" cy="539700"/>
            </a:xfrm>
          </p:grpSpPr>
          <p:sp>
            <p:nvSpPr>
              <p:cNvPr id="513" name="Google Shape;513;p19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9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5" name="Google Shape;515;p19"/>
            <p:cNvGrpSpPr/>
            <p:nvPr/>
          </p:nvGrpSpPr>
          <p:grpSpPr>
            <a:xfrm>
              <a:off x="1009541" y="107783"/>
              <a:ext cx="389178" cy="389178"/>
              <a:chOff x="-83525" y="4333650"/>
              <a:chExt cx="539700" cy="539700"/>
            </a:xfrm>
          </p:grpSpPr>
          <p:sp>
            <p:nvSpPr>
              <p:cNvPr id="516" name="Google Shape;516;p19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9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9"/>
            <p:cNvGrpSpPr/>
            <p:nvPr/>
          </p:nvGrpSpPr>
          <p:grpSpPr>
            <a:xfrm>
              <a:off x="7441171" y="4599820"/>
              <a:ext cx="723360" cy="723360"/>
              <a:chOff x="617531" y="4467715"/>
              <a:chExt cx="539700" cy="539700"/>
            </a:xfrm>
          </p:grpSpPr>
          <p:sp>
            <p:nvSpPr>
              <p:cNvPr id="519" name="Google Shape;519;p19"/>
              <p:cNvSpPr/>
              <p:nvPr/>
            </p:nvSpPr>
            <p:spPr>
              <a:xfrm>
                <a:off x="617531" y="4467715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9"/>
              <p:cNvSpPr/>
              <p:nvPr/>
            </p:nvSpPr>
            <p:spPr>
              <a:xfrm>
                <a:off x="726656" y="4576765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21" name="Google Shape;521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MAIN_POINT_1"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Google Shape;643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44" name="Google Shape;644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748BFF">
                    <a:alpha val="53333"/>
                  </a:srgbClr>
                </a:gs>
                <a:gs pos="100000">
                  <a:srgbClr val="006AFF">
                    <a:alpha val="54117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6" name="Google Shape;646;p24"/>
          <p:cNvGrpSpPr/>
          <p:nvPr/>
        </p:nvGrpSpPr>
        <p:grpSpPr>
          <a:xfrm rot="10800000">
            <a:off x="-24925" y="-37705"/>
            <a:ext cx="9280375" cy="5214400"/>
            <a:chOff x="-24925" y="-58550"/>
            <a:chExt cx="9280375" cy="5214400"/>
          </a:xfrm>
        </p:grpSpPr>
        <p:cxnSp>
          <p:nvCxnSpPr>
            <p:cNvPr id="647" name="Google Shape;647;p24"/>
            <p:cNvCxnSpPr/>
            <p:nvPr/>
          </p:nvCxnSpPr>
          <p:spPr>
            <a:xfrm>
              <a:off x="6519450" y="-46075"/>
              <a:ext cx="2736000" cy="9498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24"/>
            <p:cNvGrpSpPr/>
            <p:nvPr/>
          </p:nvGrpSpPr>
          <p:grpSpPr>
            <a:xfrm>
              <a:off x="8355390" y="368163"/>
              <a:ext cx="718341" cy="718341"/>
              <a:chOff x="-83525" y="4333650"/>
              <a:chExt cx="539700" cy="539700"/>
            </a:xfrm>
          </p:grpSpPr>
          <p:sp>
            <p:nvSpPr>
              <p:cNvPr id="649" name="Google Shape;649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1" name="Google Shape;651;p24"/>
            <p:cNvGrpSpPr/>
            <p:nvPr/>
          </p:nvGrpSpPr>
          <p:grpSpPr>
            <a:xfrm>
              <a:off x="8100801" y="168547"/>
              <a:ext cx="265640" cy="265640"/>
              <a:chOff x="-83525" y="4333650"/>
              <a:chExt cx="539700" cy="539700"/>
            </a:xfrm>
          </p:grpSpPr>
          <p:sp>
            <p:nvSpPr>
              <p:cNvPr id="652" name="Google Shape;652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54" name="Google Shape;654;p24"/>
            <p:cNvCxnSpPr/>
            <p:nvPr/>
          </p:nvCxnSpPr>
          <p:spPr>
            <a:xfrm>
              <a:off x="8552850" y="-58550"/>
              <a:ext cx="690000" cy="3040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5" name="Google Shape;655;p24"/>
            <p:cNvCxnSpPr/>
            <p:nvPr/>
          </p:nvCxnSpPr>
          <p:spPr>
            <a:xfrm>
              <a:off x="406150" y="-46075"/>
              <a:ext cx="261900" cy="5195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6" name="Google Shape;656;p24"/>
            <p:cNvCxnSpPr/>
            <p:nvPr/>
          </p:nvCxnSpPr>
          <p:spPr>
            <a:xfrm>
              <a:off x="-24925" y="4326350"/>
              <a:ext cx="6293400" cy="829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57" name="Google Shape;657;p24"/>
            <p:cNvGrpSpPr/>
            <p:nvPr/>
          </p:nvGrpSpPr>
          <p:grpSpPr>
            <a:xfrm>
              <a:off x="952751" y="4809147"/>
              <a:ext cx="265640" cy="265640"/>
              <a:chOff x="-83525" y="4333650"/>
              <a:chExt cx="539700" cy="539700"/>
            </a:xfrm>
          </p:grpSpPr>
          <p:sp>
            <p:nvSpPr>
              <p:cNvPr id="658" name="Google Shape;658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0" name="Google Shape;660;p24"/>
            <p:cNvGrpSpPr/>
            <p:nvPr/>
          </p:nvGrpSpPr>
          <p:grpSpPr>
            <a:xfrm>
              <a:off x="216751" y="4572122"/>
              <a:ext cx="265640" cy="265640"/>
              <a:chOff x="-83525" y="4333650"/>
              <a:chExt cx="539700" cy="539700"/>
            </a:xfrm>
          </p:grpSpPr>
          <p:sp>
            <p:nvSpPr>
              <p:cNvPr id="661" name="Google Shape;661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3" name="Google Shape;663;p24"/>
            <p:cNvGrpSpPr/>
            <p:nvPr/>
          </p:nvGrpSpPr>
          <p:grpSpPr>
            <a:xfrm>
              <a:off x="3553751" y="4470672"/>
              <a:ext cx="265640" cy="265640"/>
              <a:chOff x="-83525" y="4333650"/>
              <a:chExt cx="539700" cy="539700"/>
            </a:xfrm>
          </p:grpSpPr>
          <p:sp>
            <p:nvSpPr>
              <p:cNvPr id="664" name="Google Shape;664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6" name="Google Shape;666;p24"/>
            <p:cNvGrpSpPr/>
            <p:nvPr/>
          </p:nvGrpSpPr>
          <p:grpSpPr>
            <a:xfrm>
              <a:off x="852951" y="168547"/>
              <a:ext cx="265640" cy="265640"/>
              <a:chOff x="-83525" y="4333650"/>
              <a:chExt cx="539700" cy="539700"/>
            </a:xfrm>
          </p:grpSpPr>
          <p:sp>
            <p:nvSpPr>
              <p:cNvPr id="667" name="Google Shape;667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9" name="Google Shape;669;p24"/>
            <p:cNvGrpSpPr/>
            <p:nvPr/>
          </p:nvGrpSpPr>
          <p:grpSpPr>
            <a:xfrm>
              <a:off x="185551" y="1478397"/>
              <a:ext cx="265640" cy="265640"/>
              <a:chOff x="-83525" y="4333650"/>
              <a:chExt cx="539700" cy="539700"/>
            </a:xfrm>
          </p:grpSpPr>
          <p:sp>
            <p:nvSpPr>
              <p:cNvPr id="670" name="Google Shape;670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2" name="Google Shape;672;p24"/>
            <p:cNvGrpSpPr/>
            <p:nvPr/>
          </p:nvGrpSpPr>
          <p:grpSpPr>
            <a:xfrm>
              <a:off x="89588" y="456150"/>
              <a:ext cx="718341" cy="718341"/>
              <a:chOff x="-83525" y="4333650"/>
              <a:chExt cx="539700" cy="539700"/>
            </a:xfrm>
          </p:grpSpPr>
          <p:sp>
            <p:nvSpPr>
              <p:cNvPr id="673" name="Google Shape;673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5" name="Google Shape;675;p24"/>
            <p:cNvGrpSpPr/>
            <p:nvPr/>
          </p:nvGrpSpPr>
          <p:grpSpPr>
            <a:xfrm>
              <a:off x="403375" y="4187471"/>
              <a:ext cx="477473" cy="477473"/>
              <a:chOff x="-83525" y="4333650"/>
              <a:chExt cx="539700" cy="539700"/>
            </a:xfrm>
          </p:grpSpPr>
          <p:sp>
            <p:nvSpPr>
              <p:cNvPr id="676" name="Google Shape;676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78" name="Google Shape;678;p24"/>
          <p:cNvSpPr txBox="1">
            <a:spLocks noGrp="1"/>
          </p:cNvSpPr>
          <p:nvPr>
            <p:ph type="subTitle" idx="1"/>
          </p:nvPr>
        </p:nvSpPr>
        <p:spPr>
          <a:xfrm>
            <a:off x="2638550" y="3294450"/>
            <a:ext cx="38670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title"/>
          </p:nvPr>
        </p:nvSpPr>
        <p:spPr>
          <a:xfrm>
            <a:off x="1178850" y="1246350"/>
            <a:ext cx="6786300" cy="227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1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p:transition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BLANK_1_1_1_2_1_1_1_2"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" name="Google Shape;681;p25"/>
          <p:cNvGrpSpPr/>
          <p:nvPr/>
        </p:nvGrpSpPr>
        <p:grpSpPr>
          <a:xfrm rot="10800000" flipH="1">
            <a:off x="0" y="0"/>
            <a:ext cx="9144000" cy="5143500"/>
            <a:chOff x="0" y="0"/>
            <a:chExt cx="9144000" cy="5143500"/>
          </a:xfrm>
        </p:grpSpPr>
        <p:sp>
          <p:nvSpPr>
            <p:cNvPr id="682" name="Google Shape;682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" name="Google Shape;684;p25"/>
          <p:cNvGrpSpPr/>
          <p:nvPr/>
        </p:nvGrpSpPr>
        <p:grpSpPr>
          <a:xfrm flipH="1">
            <a:off x="-162000" y="-104750"/>
            <a:ext cx="9456100" cy="5526550"/>
            <a:chOff x="-162000" y="-104750"/>
            <a:chExt cx="9456100" cy="5526550"/>
          </a:xfrm>
        </p:grpSpPr>
        <p:cxnSp>
          <p:nvCxnSpPr>
            <p:cNvPr id="685" name="Google Shape;685;p25"/>
            <p:cNvCxnSpPr/>
            <p:nvPr/>
          </p:nvCxnSpPr>
          <p:spPr>
            <a:xfrm flipH="1">
              <a:off x="8046450" y="-53850"/>
              <a:ext cx="684900" cy="52758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86" name="Google Shape;686;p25"/>
            <p:cNvGrpSpPr/>
            <p:nvPr/>
          </p:nvGrpSpPr>
          <p:grpSpPr>
            <a:xfrm>
              <a:off x="786069" y="205830"/>
              <a:ext cx="334182" cy="334182"/>
              <a:chOff x="-83525" y="4333650"/>
              <a:chExt cx="539700" cy="539700"/>
            </a:xfrm>
          </p:grpSpPr>
          <p:sp>
            <p:nvSpPr>
              <p:cNvPr id="687" name="Google Shape;687;p2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89" name="Google Shape;689;p25"/>
            <p:cNvCxnSpPr/>
            <p:nvPr/>
          </p:nvCxnSpPr>
          <p:spPr>
            <a:xfrm rot="10800000" flipH="1">
              <a:off x="4341400" y="4174325"/>
              <a:ext cx="4952700" cy="1122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0" name="Google Shape;690;p25"/>
            <p:cNvCxnSpPr/>
            <p:nvPr/>
          </p:nvCxnSpPr>
          <p:spPr>
            <a:xfrm>
              <a:off x="-162000" y="3226100"/>
              <a:ext cx="1122600" cy="2195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1" name="Google Shape;691;p25"/>
            <p:cNvCxnSpPr/>
            <p:nvPr/>
          </p:nvCxnSpPr>
          <p:spPr>
            <a:xfrm rot="10800000" flipH="1">
              <a:off x="-49725" y="-92250"/>
              <a:ext cx="835800" cy="47280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2" name="Google Shape;692;p25"/>
            <p:cNvCxnSpPr/>
            <p:nvPr/>
          </p:nvCxnSpPr>
          <p:spPr>
            <a:xfrm rot="10800000" flipH="1">
              <a:off x="-124575" y="-104750"/>
              <a:ext cx="3729900" cy="12351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3" name="Google Shape;693;p25"/>
            <p:cNvCxnSpPr/>
            <p:nvPr/>
          </p:nvCxnSpPr>
          <p:spPr>
            <a:xfrm>
              <a:off x="8171150" y="-29800"/>
              <a:ext cx="1072800" cy="3742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94" name="Google Shape;694;p25"/>
            <p:cNvGrpSpPr/>
            <p:nvPr/>
          </p:nvGrpSpPr>
          <p:grpSpPr>
            <a:xfrm>
              <a:off x="7800479" y="4080050"/>
              <a:ext cx="718341" cy="718341"/>
              <a:chOff x="30975" y="3360397"/>
              <a:chExt cx="539700" cy="539700"/>
            </a:xfrm>
          </p:grpSpPr>
          <p:sp>
            <p:nvSpPr>
              <p:cNvPr id="695" name="Google Shape;695;p25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25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7" name="Google Shape;697;p25"/>
            <p:cNvGrpSpPr/>
            <p:nvPr/>
          </p:nvGrpSpPr>
          <p:grpSpPr>
            <a:xfrm>
              <a:off x="242254" y="540000"/>
              <a:ext cx="718341" cy="718341"/>
              <a:chOff x="30975" y="3360397"/>
              <a:chExt cx="539700" cy="539700"/>
            </a:xfrm>
          </p:grpSpPr>
          <p:sp>
            <p:nvSpPr>
              <p:cNvPr id="698" name="Google Shape;698;p25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25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0" name="Google Shape;700;p25"/>
            <p:cNvGrpSpPr/>
            <p:nvPr/>
          </p:nvGrpSpPr>
          <p:grpSpPr>
            <a:xfrm>
              <a:off x="434331" y="3745880"/>
              <a:ext cx="334182" cy="334182"/>
              <a:chOff x="-83525" y="4333650"/>
              <a:chExt cx="539700" cy="539700"/>
            </a:xfrm>
          </p:grpSpPr>
          <p:sp>
            <p:nvSpPr>
              <p:cNvPr id="701" name="Google Shape;701;p2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2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3" name="Google Shape;703;p25"/>
            <p:cNvGrpSpPr/>
            <p:nvPr/>
          </p:nvGrpSpPr>
          <p:grpSpPr>
            <a:xfrm>
              <a:off x="100131" y="4568543"/>
              <a:ext cx="334182" cy="334182"/>
              <a:chOff x="-83525" y="4333650"/>
              <a:chExt cx="539700" cy="539700"/>
            </a:xfrm>
          </p:grpSpPr>
          <p:sp>
            <p:nvSpPr>
              <p:cNvPr id="704" name="Google Shape;704;p2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2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6" name="Google Shape;706;p25"/>
            <p:cNvGrpSpPr/>
            <p:nvPr/>
          </p:nvGrpSpPr>
          <p:grpSpPr>
            <a:xfrm>
              <a:off x="7992556" y="924168"/>
              <a:ext cx="334182" cy="334182"/>
              <a:chOff x="-83525" y="4333650"/>
              <a:chExt cx="539700" cy="539700"/>
            </a:xfrm>
          </p:grpSpPr>
          <p:sp>
            <p:nvSpPr>
              <p:cNvPr id="707" name="Google Shape;707;p2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2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9" name="Google Shape;709;p25"/>
            <p:cNvGrpSpPr/>
            <p:nvPr/>
          </p:nvGrpSpPr>
          <p:grpSpPr>
            <a:xfrm>
              <a:off x="8809806" y="1398218"/>
              <a:ext cx="334182" cy="334182"/>
              <a:chOff x="-83525" y="4333650"/>
              <a:chExt cx="539700" cy="539700"/>
            </a:xfrm>
          </p:grpSpPr>
          <p:sp>
            <p:nvSpPr>
              <p:cNvPr id="710" name="Google Shape;710;p2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2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11600" y="1818425"/>
            <a:ext cx="4720800" cy="23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BLANK_1_1_1_1_1_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8"/>
          <p:cNvSpPr/>
          <p:nvPr/>
        </p:nvSpPr>
        <p:spPr>
          <a:xfrm flipH="1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748BFF">
                  <a:alpha val="48627"/>
                </a:srgbClr>
              </a:gs>
              <a:gs pos="50000">
                <a:srgbClr val="7659FF">
                  <a:alpha val="49803"/>
                </a:srgbClr>
              </a:gs>
              <a:gs pos="75000">
                <a:srgbClr val="022E88">
                  <a:alpha val="34509"/>
                </a:srgbClr>
              </a:gs>
              <a:gs pos="100000">
                <a:srgbClr val="012060">
                  <a:alpha val="60392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4" name="Google Shape;794;p28"/>
          <p:cNvGrpSpPr/>
          <p:nvPr/>
        </p:nvGrpSpPr>
        <p:grpSpPr>
          <a:xfrm flipH="1">
            <a:off x="-12825" y="-7250"/>
            <a:ext cx="9219398" cy="5308025"/>
            <a:chOff x="-12825" y="-83450"/>
            <a:chExt cx="9219398" cy="5308025"/>
          </a:xfrm>
        </p:grpSpPr>
        <p:cxnSp>
          <p:nvCxnSpPr>
            <p:cNvPr id="795" name="Google Shape;795;p28"/>
            <p:cNvCxnSpPr/>
            <p:nvPr/>
          </p:nvCxnSpPr>
          <p:spPr>
            <a:xfrm>
              <a:off x="-12825" y="3075525"/>
              <a:ext cx="873600" cy="21429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6" name="Google Shape;796;p28"/>
            <p:cNvCxnSpPr/>
            <p:nvPr/>
          </p:nvCxnSpPr>
          <p:spPr>
            <a:xfrm flipH="1">
              <a:off x="199750" y="-58500"/>
              <a:ext cx="286800" cy="52581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7" name="Google Shape;797;p28"/>
            <p:cNvCxnSpPr/>
            <p:nvPr/>
          </p:nvCxnSpPr>
          <p:spPr>
            <a:xfrm>
              <a:off x="7522325" y="-39775"/>
              <a:ext cx="1659300" cy="1097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8" name="Google Shape;798;p28"/>
            <p:cNvCxnSpPr/>
            <p:nvPr/>
          </p:nvCxnSpPr>
          <p:spPr>
            <a:xfrm rot="10800000" flipH="1">
              <a:off x="8314475" y="3590475"/>
              <a:ext cx="848400" cy="16341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9" name="Google Shape;799;p28"/>
            <p:cNvCxnSpPr/>
            <p:nvPr/>
          </p:nvCxnSpPr>
          <p:spPr>
            <a:xfrm>
              <a:off x="8302000" y="-83450"/>
              <a:ext cx="873300" cy="4584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00" name="Google Shape;800;p28"/>
            <p:cNvGrpSpPr/>
            <p:nvPr/>
          </p:nvGrpSpPr>
          <p:grpSpPr>
            <a:xfrm>
              <a:off x="64804" y="834125"/>
              <a:ext cx="718341" cy="718341"/>
              <a:chOff x="-83525" y="4333650"/>
              <a:chExt cx="539700" cy="539700"/>
            </a:xfrm>
          </p:grpSpPr>
          <p:sp>
            <p:nvSpPr>
              <p:cNvPr id="801" name="Google Shape;801;p2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2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3" name="Google Shape;803;p28"/>
            <p:cNvGrpSpPr/>
            <p:nvPr/>
          </p:nvGrpSpPr>
          <p:grpSpPr>
            <a:xfrm>
              <a:off x="8064829" y="180825"/>
              <a:ext cx="718341" cy="718341"/>
              <a:chOff x="-83525" y="4333650"/>
              <a:chExt cx="539700" cy="539700"/>
            </a:xfrm>
          </p:grpSpPr>
          <p:sp>
            <p:nvSpPr>
              <p:cNvPr id="804" name="Google Shape;804;p2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2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6" name="Google Shape;806;p28"/>
            <p:cNvGrpSpPr/>
            <p:nvPr/>
          </p:nvGrpSpPr>
          <p:grpSpPr>
            <a:xfrm>
              <a:off x="108716" y="3627493"/>
              <a:ext cx="334182" cy="334182"/>
              <a:chOff x="-83525" y="4333650"/>
              <a:chExt cx="539700" cy="539700"/>
            </a:xfrm>
          </p:grpSpPr>
          <p:sp>
            <p:nvSpPr>
              <p:cNvPr id="807" name="Google Shape;807;p2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9" name="Google Shape;809;p28"/>
            <p:cNvGrpSpPr/>
            <p:nvPr/>
          </p:nvGrpSpPr>
          <p:grpSpPr>
            <a:xfrm>
              <a:off x="8872390" y="3652442"/>
              <a:ext cx="334182" cy="334182"/>
              <a:chOff x="-83525" y="4333650"/>
              <a:chExt cx="539700" cy="539700"/>
            </a:xfrm>
          </p:grpSpPr>
          <p:sp>
            <p:nvSpPr>
              <p:cNvPr id="810" name="Google Shape;810;p2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2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2" name="Google Shape;812;p28"/>
            <p:cNvGrpSpPr/>
            <p:nvPr/>
          </p:nvGrpSpPr>
          <p:grpSpPr>
            <a:xfrm>
              <a:off x="8538215" y="3184617"/>
              <a:ext cx="334182" cy="334182"/>
              <a:chOff x="-83525" y="4333650"/>
              <a:chExt cx="539700" cy="539700"/>
            </a:xfrm>
          </p:grpSpPr>
          <p:sp>
            <p:nvSpPr>
              <p:cNvPr id="813" name="Google Shape;813;p2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2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5" name="Google Shape;815;p28"/>
            <p:cNvGrpSpPr/>
            <p:nvPr/>
          </p:nvGrpSpPr>
          <p:grpSpPr>
            <a:xfrm>
              <a:off x="8725315" y="1218292"/>
              <a:ext cx="334182" cy="334182"/>
              <a:chOff x="-83525" y="4333650"/>
              <a:chExt cx="539700" cy="539700"/>
            </a:xfrm>
          </p:grpSpPr>
          <p:sp>
            <p:nvSpPr>
              <p:cNvPr id="816" name="Google Shape;816;p2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2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8" name="Google Shape;818;p28"/>
            <p:cNvGrpSpPr/>
            <p:nvPr/>
          </p:nvGrpSpPr>
          <p:grpSpPr>
            <a:xfrm>
              <a:off x="828790" y="126742"/>
              <a:ext cx="334182" cy="334182"/>
              <a:chOff x="-83525" y="4333650"/>
              <a:chExt cx="539700" cy="539700"/>
            </a:xfrm>
          </p:grpSpPr>
          <p:sp>
            <p:nvSpPr>
              <p:cNvPr id="819" name="Google Shape;819;p2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2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1" name="Google Shape;821;p28"/>
          <p:cNvSpPr txBox="1">
            <a:spLocks noGrp="1"/>
          </p:cNvSpPr>
          <p:nvPr>
            <p:ph type="title"/>
          </p:nvPr>
        </p:nvSpPr>
        <p:spPr>
          <a:xfrm>
            <a:off x="720000" y="21236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2" name="Google Shape;822;p28"/>
          <p:cNvSpPr txBox="1">
            <a:spLocks noGrp="1"/>
          </p:cNvSpPr>
          <p:nvPr>
            <p:ph type="subTitle" idx="1"/>
          </p:nvPr>
        </p:nvSpPr>
        <p:spPr>
          <a:xfrm>
            <a:off x="720000" y="2481575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3" name="Google Shape;823;p28"/>
          <p:cNvSpPr txBox="1">
            <a:spLocks noGrp="1"/>
          </p:cNvSpPr>
          <p:nvPr>
            <p:ph type="title" idx="2"/>
          </p:nvPr>
        </p:nvSpPr>
        <p:spPr>
          <a:xfrm>
            <a:off x="3419269" y="21236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4" name="Google Shape;824;p28"/>
          <p:cNvSpPr txBox="1">
            <a:spLocks noGrp="1"/>
          </p:cNvSpPr>
          <p:nvPr>
            <p:ph type="subTitle" idx="3"/>
          </p:nvPr>
        </p:nvSpPr>
        <p:spPr>
          <a:xfrm>
            <a:off x="3419272" y="2481575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5" name="Google Shape;825;p28"/>
          <p:cNvSpPr txBox="1">
            <a:spLocks noGrp="1"/>
          </p:cNvSpPr>
          <p:nvPr>
            <p:ph type="title" idx="4"/>
          </p:nvPr>
        </p:nvSpPr>
        <p:spPr>
          <a:xfrm>
            <a:off x="2094488" y="3838025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6" name="Google Shape;826;p28"/>
          <p:cNvSpPr txBox="1">
            <a:spLocks noGrp="1"/>
          </p:cNvSpPr>
          <p:nvPr>
            <p:ph type="subTitle" idx="5"/>
          </p:nvPr>
        </p:nvSpPr>
        <p:spPr>
          <a:xfrm>
            <a:off x="2094500" y="4195950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28"/>
          <p:cNvSpPr txBox="1">
            <a:spLocks noGrp="1"/>
          </p:cNvSpPr>
          <p:nvPr>
            <p:ph type="title" idx="6"/>
          </p:nvPr>
        </p:nvSpPr>
        <p:spPr>
          <a:xfrm>
            <a:off x="4793757" y="3838025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8" name="Google Shape;828;p28"/>
          <p:cNvSpPr txBox="1">
            <a:spLocks noGrp="1"/>
          </p:cNvSpPr>
          <p:nvPr>
            <p:ph type="subTitle" idx="7"/>
          </p:nvPr>
        </p:nvSpPr>
        <p:spPr>
          <a:xfrm>
            <a:off x="4793760" y="4195950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9" name="Google Shape;829;p28"/>
          <p:cNvSpPr txBox="1">
            <a:spLocks noGrp="1"/>
          </p:cNvSpPr>
          <p:nvPr>
            <p:ph type="title" idx="8"/>
          </p:nvPr>
        </p:nvSpPr>
        <p:spPr>
          <a:xfrm>
            <a:off x="6118545" y="2123650"/>
            <a:ext cx="2305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30" name="Google Shape;830;p28"/>
          <p:cNvSpPr txBox="1">
            <a:spLocks noGrp="1"/>
          </p:cNvSpPr>
          <p:nvPr>
            <p:ph type="subTitle" idx="9"/>
          </p:nvPr>
        </p:nvSpPr>
        <p:spPr>
          <a:xfrm>
            <a:off x="6118550" y="2481575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1" name="Google Shape;831;p28"/>
          <p:cNvSpPr txBox="1">
            <a:spLocks noGrp="1"/>
          </p:cNvSpPr>
          <p:nvPr>
            <p:ph type="title" idx="13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748BFF">
                  <a:alpha val="0"/>
                </a:srgbClr>
              </a:gs>
              <a:gs pos="50000">
                <a:srgbClr val="748BFF">
                  <a:alpha val="53333"/>
                </a:srgbClr>
              </a:gs>
              <a:gs pos="100000">
                <a:srgbClr val="006AFF">
                  <a:alpha val="54117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2_1_1_2"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5" name="Google Shape;995;p3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96" name="Google Shape;996;p3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748BFF">
                    <a:alpha val="53333"/>
                  </a:srgbClr>
                </a:gs>
                <a:gs pos="100000">
                  <a:srgbClr val="006AFF">
                    <a:alpha val="54117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8" name="Google Shape;998;p34"/>
          <p:cNvGrpSpPr/>
          <p:nvPr/>
        </p:nvGrpSpPr>
        <p:grpSpPr>
          <a:xfrm>
            <a:off x="-211800" y="-216925"/>
            <a:ext cx="9518250" cy="5601275"/>
            <a:chOff x="-211800" y="-216925"/>
            <a:chExt cx="9518250" cy="5601275"/>
          </a:xfrm>
        </p:grpSpPr>
        <p:cxnSp>
          <p:nvCxnSpPr>
            <p:cNvPr id="999" name="Google Shape;999;p34"/>
            <p:cNvCxnSpPr/>
            <p:nvPr/>
          </p:nvCxnSpPr>
          <p:spPr>
            <a:xfrm>
              <a:off x="7116875" y="-52250"/>
              <a:ext cx="2033400" cy="1636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00" name="Google Shape;1000;p34"/>
            <p:cNvGrpSpPr/>
            <p:nvPr/>
          </p:nvGrpSpPr>
          <p:grpSpPr>
            <a:xfrm>
              <a:off x="263431" y="690168"/>
              <a:ext cx="334182" cy="334182"/>
              <a:chOff x="-83525" y="4333650"/>
              <a:chExt cx="539700" cy="539700"/>
            </a:xfrm>
          </p:grpSpPr>
          <p:sp>
            <p:nvSpPr>
              <p:cNvPr id="1001" name="Google Shape;1001;p3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03" name="Google Shape;1003;p34"/>
            <p:cNvCxnSpPr/>
            <p:nvPr/>
          </p:nvCxnSpPr>
          <p:spPr>
            <a:xfrm>
              <a:off x="7852875" y="-77200"/>
              <a:ext cx="1291200" cy="3935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4" name="Google Shape;1004;p34"/>
            <p:cNvCxnSpPr/>
            <p:nvPr/>
          </p:nvCxnSpPr>
          <p:spPr>
            <a:xfrm rot="10800000" flipH="1">
              <a:off x="7921650" y="2826975"/>
              <a:ext cx="1384800" cy="24450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5" name="Google Shape;1005;p34"/>
            <p:cNvCxnSpPr/>
            <p:nvPr/>
          </p:nvCxnSpPr>
          <p:spPr>
            <a:xfrm flipH="1">
              <a:off x="-211800" y="-216925"/>
              <a:ext cx="1634100" cy="3667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6" name="Google Shape;1006;p34"/>
            <p:cNvCxnSpPr/>
            <p:nvPr/>
          </p:nvCxnSpPr>
          <p:spPr>
            <a:xfrm>
              <a:off x="-149525" y="1280050"/>
              <a:ext cx="1160100" cy="41043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07" name="Google Shape;1007;p34"/>
            <p:cNvGrpSpPr/>
            <p:nvPr/>
          </p:nvGrpSpPr>
          <p:grpSpPr>
            <a:xfrm>
              <a:off x="7774404" y="406675"/>
              <a:ext cx="718341" cy="718341"/>
              <a:chOff x="30975" y="3360397"/>
              <a:chExt cx="539700" cy="539700"/>
            </a:xfrm>
          </p:grpSpPr>
          <p:sp>
            <p:nvSpPr>
              <p:cNvPr id="1008" name="Google Shape;1008;p34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34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0" name="Google Shape;1010;p34"/>
            <p:cNvGrpSpPr/>
            <p:nvPr/>
          </p:nvGrpSpPr>
          <p:grpSpPr>
            <a:xfrm>
              <a:off x="360829" y="3949925"/>
              <a:ext cx="718341" cy="718341"/>
              <a:chOff x="30975" y="3360397"/>
              <a:chExt cx="539700" cy="539700"/>
            </a:xfrm>
          </p:grpSpPr>
          <p:sp>
            <p:nvSpPr>
              <p:cNvPr id="1011" name="Google Shape;1011;p34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34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3" name="Google Shape;1013;p34"/>
            <p:cNvGrpSpPr/>
            <p:nvPr/>
          </p:nvGrpSpPr>
          <p:grpSpPr>
            <a:xfrm>
              <a:off x="837256" y="1663218"/>
              <a:ext cx="334182" cy="334182"/>
              <a:chOff x="-83525" y="4333650"/>
              <a:chExt cx="539700" cy="539700"/>
            </a:xfrm>
          </p:grpSpPr>
          <p:sp>
            <p:nvSpPr>
              <p:cNvPr id="1014" name="Google Shape;1014;p3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34"/>
            <p:cNvGrpSpPr/>
            <p:nvPr/>
          </p:nvGrpSpPr>
          <p:grpSpPr>
            <a:xfrm>
              <a:off x="8158556" y="3680318"/>
              <a:ext cx="334182" cy="334182"/>
              <a:chOff x="-83525" y="4333650"/>
              <a:chExt cx="539700" cy="539700"/>
            </a:xfrm>
          </p:grpSpPr>
          <p:sp>
            <p:nvSpPr>
              <p:cNvPr id="1017" name="Google Shape;1017;p3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9" name="Google Shape;1019;p34"/>
            <p:cNvGrpSpPr/>
            <p:nvPr/>
          </p:nvGrpSpPr>
          <p:grpSpPr>
            <a:xfrm>
              <a:off x="7721931" y="2571743"/>
              <a:ext cx="334182" cy="334182"/>
              <a:chOff x="-83525" y="4333650"/>
              <a:chExt cx="539700" cy="539700"/>
            </a:xfrm>
          </p:grpSpPr>
          <p:sp>
            <p:nvSpPr>
              <p:cNvPr id="1020" name="Google Shape;1020;p3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3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2_1_1_1_1"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3" name="Google Shape;1023;p35"/>
          <p:cNvGrpSpPr/>
          <p:nvPr/>
        </p:nvGrpSpPr>
        <p:grpSpPr>
          <a:xfrm rot="10800000" flipH="1">
            <a:off x="0" y="0"/>
            <a:ext cx="9144000" cy="5143500"/>
            <a:chOff x="0" y="0"/>
            <a:chExt cx="9144000" cy="5143500"/>
          </a:xfrm>
        </p:grpSpPr>
        <p:sp>
          <p:nvSpPr>
            <p:cNvPr id="1024" name="Google Shape;1024;p3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6" name="Google Shape;1026;p35"/>
          <p:cNvGrpSpPr/>
          <p:nvPr/>
        </p:nvGrpSpPr>
        <p:grpSpPr>
          <a:xfrm>
            <a:off x="-162000" y="-104750"/>
            <a:ext cx="9456100" cy="5526550"/>
            <a:chOff x="-162000" y="-104750"/>
            <a:chExt cx="9456100" cy="5526550"/>
          </a:xfrm>
        </p:grpSpPr>
        <p:cxnSp>
          <p:nvCxnSpPr>
            <p:cNvPr id="1027" name="Google Shape;1027;p35"/>
            <p:cNvCxnSpPr/>
            <p:nvPr/>
          </p:nvCxnSpPr>
          <p:spPr>
            <a:xfrm flipH="1">
              <a:off x="8046450" y="-53850"/>
              <a:ext cx="684900" cy="52758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28" name="Google Shape;1028;p35"/>
            <p:cNvGrpSpPr/>
            <p:nvPr/>
          </p:nvGrpSpPr>
          <p:grpSpPr>
            <a:xfrm>
              <a:off x="786069" y="205830"/>
              <a:ext cx="334182" cy="334182"/>
              <a:chOff x="-83525" y="4333650"/>
              <a:chExt cx="539700" cy="539700"/>
            </a:xfrm>
          </p:grpSpPr>
          <p:sp>
            <p:nvSpPr>
              <p:cNvPr id="1029" name="Google Shape;1029;p3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1" name="Google Shape;1031;p35"/>
            <p:cNvCxnSpPr/>
            <p:nvPr/>
          </p:nvCxnSpPr>
          <p:spPr>
            <a:xfrm rot="10800000" flipH="1">
              <a:off x="4341400" y="4174325"/>
              <a:ext cx="4952700" cy="1122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2" name="Google Shape;1032;p35"/>
            <p:cNvCxnSpPr/>
            <p:nvPr/>
          </p:nvCxnSpPr>
          <p:spPr>
            <a:xfrm>
              <a:off x="-162000" y="3226100"/>
              <a:ext cx="1122600" cy="2195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3" name="Google Shape;1033;p35"/>
            <p:cNvCxnSpPr/>
            <p:nvPr/>
          </p:nvCxnSpPr>
          <p:spPr>
            <a:xfrm rot="10800000" flipH="1">
              <a:off x="-49725" y="-92250"/>
              <a:ext cx="835800" cy="47280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4" name="Google Shape;1034;p35"/>
            <p:cNvCxnSpPr/>
            <p:nvPr/>
          </p:nvCxnSpPr>
          <p:spPr>
            <a:xfrm rot="10800000" flipH="1">
              <a:off x="-124575" y="-104750"/>
              <a:ext cx="3729900" cy="12351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5" name="Google Shape;1035;p35"/>
            <p:cNvCxnSpPr/>
            <p:nvPr/>
          </p:nvCxnSpPr>
          <p:spPr>
            <a:xfrm>
              <a:off x="8171150" y="-29800"/>
              <a:ext cx="1072800" cy="3742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36" name="Google Shape;1036;p35"/>
            <p:cNvGrpSpPr/>
            <p:nvPr/>
          </p:nvGrpSpPr>
          <p:grpSpPr>
            <a:xfrm>
              <a:off x="7800479" y="4080050"/>
              <a:ext cx="718341" cy="718341"/>
              <a:chOff x="30975" y="3360397"/>
              <a:chExt cx="539700" cy="539700"/>
            </a:xfrm>
          </p:grpSpPr>
          <p:sp>
            <p:nvSpPr>
              <p:cNvPr id="1037" name="Google Shape;1037;p35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5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35"/>
            <p:cNvGrpSpPr/>
            <p:nvPr/>
          </p:nvGrpSpPr>
          <p:grpSpPr>
            <a:xfrm>
              <a:off x="242254" y="540000"/>
              <a:ext cx="718341" cy="718341"/>
              <a:chOff x="30975" y="3360397"/>
              <a:chExt cx="539700" cy="539700"/>
            </a:xfrm>
          </p:grpSpPr>
          <p:sp>
            <p:nvSpPr>
              <p:cNvPr id="1040" name="Google Shape;1040;p35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5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2" name="Google Shape;1042;p35"/>
            <p:cNvGrpSpPr/>
            <p:nvPr/>
          </p:nvGrpSpPr>
          <p:grpSpPr>
            <a:xfrm>
              <a:off x="434331" y="3745880"/>
              <a:ext cx="334182" cy="334182"/>
              <a:chOff x="-83525" y="4333650"/>
              <a:chExt cx="539700" cy="539700"/>
            </a:xfrm>
          </p:grpSpPr>
          <p:sp>
            <p:nvSpPr>
              <p:cNvPr id="1043" name="Google Shape;1043;p3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5" name="Google Shape;1045;p35"/>
            <p:cNvGrpSpPr/>
            <p:nvPr/>
          </p:nvGrpSpPr>
          <p:grpSpPr>
            <a:xfrm>
              <a:off x="100131" y="4568543"/>
              <a:ext cx="334182" cy="334182"/>
              <a:chOff x="-83525" y="4333650"/>
              <a:chExt cx="539700" cy="539700"/>
            </a:xfrm>
          </p:grpSpPr>
          <p:sp>
            <p:nvSpPr>
              <p:cNvPr id="1046" name="Google Shape;1046;p3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8" name="Google Shape;1048;p35"/>
            <p:cNvGrpSpPr/>
            <p:nvPr/>
          </p:nvGrpSpPr>
          <p:grpSpPr>
            <a:xfrm>
              <a:off x="7992556" y="924168"/>
              <a:ext cx="334182" cy="334182"/>
              <a:chOff x="-83525" y="4333650"/>
              <a:chExt cx="539700" cy="539700"/>
            </a:xfrm>
          </p:grpSpPr>
          <p:sp>
            <p:nvSpPr>
              <p:cNvPr id="1049" name="Google Shape;1049;p3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1" name="Google Shape;1051;p35"/>
            <p:cNvGrpSpPr/>
            <p:nvPr/>
          </p:nvGrpSpPr>
          <p:grpSpPr>
            <a:xfrm>
              <a:off x="8809806" y="1398218"/>
              <a:ext cx="334182" cy="334182"/>
              <a:chOff x="-83525" y="4333650"/>
              <a:chExt cx="539700" cy="539700"/>
            </a:xfrm>
          </p:grpSpPr>
          <p:sp>
            <p:nvSpPr>
              <p:cNvPr id="1052" name="Google Shape;1052;p3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2"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748BFF">
                  <a:alpha val="48627"/>
                </a:srgbClr>
              </a:gs>
              <a:gs pos="50000">
                <a:srgbClr val="7659FF">
                  <a:alpha val="49803"/>
                </a:srgbClr>
              </a:gs>
              <a:gs pos="75000">
                <a:srgbClr val="022E88">
                  <a:alpha val="34509"/>
                </a:srgbClr>
              </a:gs>
              <a:gs pos="100000">
                <a:srgbClr val="012060">
                  <a:alpha val="60392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6" name="Google Shape;1056;p36"/>
          <p:cNvGrpSpPr/>
          <p:nvPr/>
        </p:nvGrpSpPr>
        <p:grpSpPr>
          <a:xfrm>
            <a:off x="-12825" y="-83450"/>
            <a:ext cx="9219398" cy="5308025"/>
            <a:chOff x="-12825" y="-83450"/>
            <a:chExt cx="9219398" cy="5308025"/>
          </a:xfrm>
        </p:grpSpPr>
        <p:cxnSp>
          <p:nvCxnSpPr>
            <p:cNvPr id="1057" name="Google Shape;1057;p36"/>
            <p:cNvCxnSpPr/>
            <p:nvPr/>
          </p:nvCxnSpPr>
          <p:spPr>
            <a:xfrm>
              <a:off x="-12825" y="3075525"/>
              <a:ext cx="873600" cy="21429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8" name="Google Shape;1058;p36"/>
            <p:cNvCxnSpPr/>
            <p:nvPr/>
          </p:nvCxnSpPr>
          <p:spPr>
            <a:xfrm flipH="1">
              <a:off x="199750" y="-58500"/>
              <a:ext cx="286800" cy="52581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9" name="Google Shape;1059;p36"/>
            <p:cNvCxnSpPr/>
            <p:nvPr/>
          </p:nvCxnSpPr>
          <p:spPr>
            <a:xfrm>
              <a:off x="7522325" y="-39775"/>
              <a:ext cx="1659300" cy="1097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36"/>
            <p:cNvCxnSpPr/>
            <p:nvPr/>
          </p:nvCxnSpPr>
          <p:spPr>
            <a:xfrm rot="10800000" flipH="1">
              <a:off x="8314475" y="3590475"/>
              <a:ext cx="848400" cy="16341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36"/>
            <p:cNvCxnSpPr/>
            <p:nvPr/>
          </p:nvCxnSpPr>
          <p:spPr>
            <a:xfrm>
              <a:off x="8302000" y="-83450"/>
              <a:ext cx="873300" cy="4584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2" name="Google Shape;1062;p36"/>
            <p:cNvGrpSpPr/>
            <p:nvPr/>
          </p:nvGrpSpPr>
          <p:grpSpPr>
            <a:xfrm>
              <a:off x="64804" y="834125"/>
              <a:ext cx="718341" cy="718341"/>
              <a:chOff x="-83525" y="4333650"/>
              <a:chExt cx="539700" cy="539700"/>
            </a:xfrm>
          </p:grpSpPr>
          <p:sp>
            <p:nvSpPr>
              <p:cNvPr id="1063" name="Google Shape;1063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36"/>
            <p:cNvGrpSpPr/>
            <p:nvPr/>
          </p:nvGrpSpPr>
          <p:grpSpPr>
            <a:xfrm>
              <a:off x="8064829" y="180825"/>
              <a:ext cx="718341" cy="718341"/>
              <a:chOff x="-83525" y="4333650"/>
              <a:chExt cx="539700" cy="539700"/>
            </a:xfrm>
          </p:grpSpPr>
          <p:sp>
            <p:nvSpPr>
              <p:cNvPr id="1066" name="Google Shape;1066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8" name="Google Shape;1068;p36"/>
            <p:cNvGrpSpPr/>
            <p:nvPr/>
          </p:nvGrpSpPr>
          <p:grpSpPr>
            <a:xfrm>
              <a:off x="108716" y="3627493"/>
              <a:ext cx="334182" cy="334182"/>
              <a:chOff x="-83525" y="4333650"/>
              <a:chExt cx="539700" cy="539700"/>
            </a:xfrm>
          </p:grpSpPr>
          <p:sp>
            <p:nvSpPr>
              <p:cNvPr id="1069" name="Google Shape;1069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1" name="Google Shape;1071;p36"/>
            <p:cNvGrpSpPr/>
            <p:nvPr/>
          </p:nvGrpSpPr>
          <p:grpSpPr>
            <a:xfrm>
              <a:off x="8872390" y="3652442"/>
              <a:ext cx="334182" cy="334182"/>
              <a:chOff x="-83525" y="4333650"/>
              <a:chExt cx="539700" cy="539700"/>
            </a:xfrm>
          </p:grpSpPr>
          <p:sp>
            <p:nvSpPr>
              <p:cNvPr id="1072" name="Google Shape;1072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4" name="Google Shape;1074;p36"/>
            <p:cNvGrpSpPr/>
            <p:nvPr/>
          </p:nvGrpSpPr>
          <p:grpSpPr>
            <a:xfrm>
              <a:off x="8538215" y="3184617"/>
              <a:ext cx="334182" cy="334182"/>
              <a:chOff x="-83525" y="4333650"/>
              <a:chExt cx="539700" cy="539700"/>
            </a:xfrm>
          </p:grpSpPr>
          <p:sp>
            <p:nvSpPr>
              <p:cNvPr id="1075" name="Google Shape;1075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36"/>
            <p:cNvGrpSpPr/>
            <p:nvPr/>
          </p:nvGrpSpPr>
          <p:grpSpPr>
            <a:xfrm>
              <a:off x="8725315" y="1218292"/>
              <a:ext cx="334182" cy="334182"/>
              <a:chOff x="-83525" y="4333650"/>
              <a:chExt cx="539700" cy="539700"/>
            </a:xfrm>
          </p:grpSpPr>
          <p:sp>
            <p:nvSpPr>
              <p:cNvPr id="1078" name="Google Shape;1078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0" name="Google Shape;1080;p36"/>
            <p:cNvGrpSpPr/>
            <p:nvPr/>
          </p:nvGrpSpPr>
          <p:grpSpPr>
            <a:xfrm>
              <a:off x="828790" y="126742"/>
              <a:ext cx="334182" cy="334182"/>
              <a:chOff x="-83525" y="4333650"/>
              <a:chExt cx="539700" cy="539700"/>
            </a:xfrm>
          </p:grpSpPr>
          <p:sp>
            <p:nvSpPr>
              <p:cNvPr id="1081" name="Google Shape;1081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TITLE_AND_TWO_COLUMNS_1_1"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4" name="Google Shape;1084;p3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85" name="Google Shape;1085;p3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7" name="Google Shape;1087;p37"/>
          <p:cNvGrpSpPr/>
          <p:nvPr/>
        </p:nvGrpSpPr>
        <p:grpSpPr>
          <a:xfrm>
            <a:off x="-57340" y="-86000"/>
            <a:ext cx="9209740" cy="5293875"/>
            <a:chOff x="-57340" y="-86000"/>
            <a:chExt cx="9209740" cy="5293875"/>
          </a:xfrm>
        </p:grpSpPr>
        <p:cxnSp>
          <p:nvCxnSpPr>
            <p:cNvPr id="1088" name="Google Shape;1088;p37"/>
            <p:cNvCxnSpPr/>
            <p:nvPr/>
          </p:nvCxnSpPr>
          <p:spPr>
            <a:xfrm flipH="1">
              <a:off x="-38625" y="-86000"/>
              <a:ext cx="879000" cy="2615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9" name="Google Shape;1089;p37"/>
            <p:cNvCxnSpPr/>
            <p:nvPr/>
          </p:nvCxnSpPr>
          <p:spPr>
            <a:xfrm>
              <a:off x="2100" y="224950"/>
              <a:ext cx="9150300" cy="1683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0" name="Google Shape;1090;p37"/>
            <p:cNvCxnSpPr/>
            <p:nvPr/>
          </p:nvCxnSpPr>
          <p:spPr>
            <a:xfrm>
              <a:off x="7997725" y="-37700"/>
              <a:ext cx="1153800" cy="3187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1" name="Google Shape;1091;p37"/>
            <p:cNvCxnSpPr/>
            <p:nvPr/>
          </p:nvCxnSpPr>
          <p:spPr>
            <a:xfrm>
              <a:off x="-11075" y="1777375"/>
              <a:ext cx="1284900" cy="3430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2" name="Google Shape;1092;p37"/>
            <p:cNvCxnSpPr/>
            <p:nvPr/>
          </p:nvCxnSpPr>
          <p:spPr>
            <a:xfrm>
              <a:off x="-30475" y="4227975"/>
              <a:ext cx="3823500" cy="929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93" name="Google Shape;1093;p37"/>
            <p:cNvGrpSpPr/>
            <p:nvPr/>
          </p:nvGrpSpPr>
          <p:grpSpPr>
            <a:xfrm>
              <a:off x="525404" y="45408"/>
              <a:ext cx="389178" cy="389178"/>
              <a:chOff x="-83525" y="4333650"/>
              <a:chExt cx="539700" cy="539700"/>
            </a:xfrm>
          </p:grpSpPr>
          <p:sp>
            <p:nvSpPr>
              <p:cNvPr id="1094" name="Google Shape;1094;p37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7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6" name="Google Shape;1096;p37"/>
            <p:cNvGrpSpPr/>
            <p:nvPr/>
          </p:nvGrpSpPr>
          <p:grpSpPr>
            <a:xfrm>
              <a:off x="7894902" y="126998"/>
              <a:ext cx="482600" cy="482600"/>
              <a:chOff x="-83525" y="4333650"/>
              <a:chExt cx="539700" cy="539700"/>
            </a:xfrm>
          </p:grpSpPr>
          <p:sp>
            <p:nvSpPr>
              <p:cNvPr id="1097" name="Google Shape;1097;p37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7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9" name="Google Shape;1099;p37"/>
            <p:cNvGrpSpPr/>
            <p:nvPr/>
          </p:nvGrpSpPr>
          <p:grpSpPr>
            <a:xfrm>
              <a:off x="8668547" y="2101235"/>
              <a:ext cx="344976" cy="344976"/>
              <a:chOff x="-83525" y="4333650"/>
              <a:chExt cx="539700" cy="539700"/>
            </a:xfrm>
          </p:grpSpPr>
          <p:sp>
            <p:nvSpPr>
              <p:cNvPr id="1100" name="Google Shape;1100;p37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7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2" name="Google Shape;1102;p37"/>
            <p:cNvGrpSpPr/>
            <p:nvPr/>
          </p:nvGrpSpPr>
          <p:grpSpPr>
            <a:xfrm>
              <a:off x="758689" y="4234211"/>
              <a:ext cx="482600" cy="482600"/>
              <a:chOff x="-83525" y="4333650"/>
              <a:chExt cx="539700" cy="539700"/>
            </a:xfrm>
          </p:grpSpPr>
          <p:sp>
            <p:nvSpPr>
              <p:cNvPr id="1103" name="Google Shape;1103;p37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7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5" name="Google Shape;1105;p37"/>
            <p:cNvGrpSpPr/>
            <p:nvPr/>
          </p:nvGrpSpPr>
          <p:grpSpPr>
            <a:xfrm>
              <a:off x="-57340" y="1926598"/>
              <a:ext cx="344976" cy="344976"/>
              <a:chOff x="-83525" y="4333650"/>
              <a:chExt cx="539700" cy="539700"/>
            </a:xfrm>
          </p:grpSpPr>
          <p:sp>
            <p:nvSpPr>
              <p:cNvPr id="1106" name="Google Shape;1106;p37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7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" name="Google Shape;10;p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12;p2"/>
          <p:cNvGrpSpPr/>
          <p:nvPr/>
        </p:nvGrpSpPr>
        <p:grpSpPr>
          <a:xfrm>
            <a:off x="-83525" y="-233775"/>
            <a:ext cx="9339050" cy="5417100"/>
            <a:chOff x="-83525" y="-233775"/>
            <a:chExt cx="9339050" cy="5417100"/>
          </a:xfrm>
        </p:grpSpPr>
        <p:cxnSp>
          <p:nvCxnSpPr>
            <p:cNvPr id="13" name="Google Shape;13;p2"/>
            <p:cNvCxnSpPr/>
            <p:nvPr/>
          </p:nvCxnSpPr>
          <p:spPr>
            <a:xfrm rot="10800000" flipH="1">
              <a:off x="-83525" y="4026525"/>
              <a:ext cx="4902900" cy="610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3297225" y="4026550"/>
              <a:ext cx="1927800" cy="1105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6053925" y="3975"/>
              <a:ext cx="2345400" cy="1240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338225" y="-28150"/>
              <a:ext cx="4917300" cy="9318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 flipH="1">
              <a:off x="173650" y="-233775"/>
              <a:ext cx="173400" cy="54171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" name="Google Shape;18;p2"/>
            <p:cNvGrpSpPr/>
            <p:nvPr/>
          </p:nvGrpSpPr>
          <p:grpSpPr>
            <a:xfrm>
              <a:off x="-83525" y="4333650"/>
              <a:ext cx="539700" cy="539700"/>
              <a:chOff x="-83525" y="4333650"/>
              <a:chExt cx="539700" cy="5397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3297225" y="3935250"/>
              <a:ext cx="539700" cy="539700"/>
              <a:chOff x="-83525" y="4333650"/>
              <a:chExt cx="539700" cy="5397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6542926" y="112425"/>
              <a:ext cx="718341" cy="718341"/>
              <a:chOff x="-83525" y="4333650"/>
              <a:chExt cx="539700" cy="5397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>
              <a:off x="7165201" y="112422"/>
              <a:ext cx="265640" cy="265640"/>
              <a:chOff x="-83525" y="4333650"/>
              <a:chExt cx="539700" cy="5397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814201" y="1436147"/>
              <a:ext cx="265640" cy="265640"/>
              <a:chOff x="-83525" y="4333650"/>
              <a:chExt cx="539700" cy="5397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>
              <a:off x="2718476" y="4603497"/>
              <a:ext cx="265640" cy="265640"/>
              <a:chOff x="-83525" y="4333650"/>
              <a:chExt cx="539700" cy="539700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546526" y="112422"/>
              <a:ext cx="265640" cy="265640"/>
              <a:chOff x="-83525" y="4333650"/>
              <a:chExt cx="539700" cy="539700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>
              <a:off x="308751" y="767847"/>
              <a:ext cx="265640" cy="265640"/>
              <a:chOff x="-83525" y="4333650"/>
              <a:chExt cx="539700" cy="539700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 rot="-615">
            <a:off x="719999" y="2993858"/>
            <a:ext cx="33540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720000" y="540000"/>
            <a:ext cx="6378600" cy="255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52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7954260"/>
      </p:ext>
    </p:extLst>
  </p:cSld>
  <p:clrMapOvr>
    <a:masterClrMapping/>
  </p:clrMapOvr>
  <p:transition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748BFF">
                  <a:alpha val="48627"/>
                </a:srgbClr>
              </a:gs>
              <a:gs pos="50000">
                <a:srgbClr val="7659FF">
                  <a:alpha val="49803"/>
                </a:srgbClr>
              </a:gs>
              <a:gs pos="75000">
                <a:srgbClr val="022E88">
                  <a:alpha val="34509"/>
                </a:srgbClr>
              </a:gs>
              <a:gs pos="100000">
                <a:srgbClr val="012060">
                  <a:alpha val="60392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3">
            <a:hlinkClick r:id="rId2" action="ppaction://hlinksldjump"/>
          </p:cNvPr>
          <p:cNvSpPr txBox="1">
            <a:spLocks noGrp="1"/>
          </p:cNvSpPr>
          <p:nvPr>
            <p:ph type="title" hasCustomPrompt="1"/>
          </p:nvPr>
        </p:nvSpPr>
        <p:spPr>
          <a:xfrm rot="1973">
            <a:off x="4049400" y="752338"/>
            <a:ext cx="10452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1" name="Google Shape;301;p13">
            <a:hlinkClick r:id="rId2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41425"/>
            <a:ext cx="2488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hlink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2" name="Google Shape;302;p13">
            <a:hlinkClick r:id="rId2" action="ppaction://hlinksldjump"/>
          </p:cNvPr>
          <p:cNvSpPr txBox="1">
            <a:spLocks noGrp="1"/>
          </p:cNvSpPr>
          <p:nvPr>
            <p:ph type="subTitle" idx="1"/>
          </p:nvPr>
        </p:nvSpPr>
        <p:spPr>
          <a:xfrm>
            <a:off x="872400" y="916741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3">
            <a:hlinkClick r:id="" action="ppaction://noaction"/>
          </p:cNvPr>
          <p:cNvSpPr txBox="1">
            <a:spLocks noGrp="1"/>
          </p:cNvSpPr>
          <p:nvPr>
            <p:ph type="title" idx="3" hasCustomPrompt="1"/>
          </p:nvPr>
        </p:nvSpPr>
        <p:spPr>
          <a:xfrm rot="1973">
            <a:off x="4049400" y="3837576"/>
            <a:ext cx="10452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4" name="Google Shape;304;p13">
            <a:hlinkClick r:id="" action="ppaction://noaction"/>
          </p:cNvPr>
          <p:cNvSpPr txBox="1">
            <a:spLocks noGrp="1"/>
          </p:cNvSpPr>
          <p:nvPr>
            <p:ph type="title" idx="4"/>
          </p:nvPr>
        </p:nvSpPr>
        <p:spPr>
          <a:xfrm>
            <a:off x="720000" y="3626673"/>
            <a:ext cx="2488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hlink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5" name="Google Shape;305;p13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872400" y="4001978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6" name="Google Shape;306;p13"/>
          <p:cNvGrpSpPr/>
          <p:nvPr/>
        </p:nvGrpSpPr>
        <p:grpSpPr>
          <a:xfrm>
            <a:off x="-12825" y="-92425"/>
            <a:ext cx="9277475" cy="5348950"/>
            <a:chOff x="-12825" y="-92425"/>
            <a:chExt cx="9277475" cy="5348950"/>
          </a:xfrm>
        </p:grpSpPr>
        <p:cxnSp>
          <p:nvCxnSpPr>
            <p:cNvPr id="307" name="Google Shape;307;p13"/>
            <p:cNvCxnSpPr/>
            <p:nvPr/>
          </p:nvCxnSpPr>
          <p:spPr>
            <a:xfrm>
              <a:off x="8573550" y="-24325"/>
              <a:ext cx="588600" cy="36588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8" name="Google Shape;308;p13"/>
            <p:cNvCxnSpPr/>
            <p:nvPr/>
          </p:nvCxnSpPr>
          <p:spPr>
            <a:xfrm flipH="1">
              <a:off x="8705550" y="-53850"/>
              <a:ext cx="25800" cy="52893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9" name="Google Shape;309;p13"/>
            <p:cNvCxnSpPr/>
            <p:nvPr/>
          </p:nvCxnSpPr>
          <p:spPr>
            <a:xfrm rot="10800000" flipH="1">
              <a:off x="3442850" y="4604900"/>
              <a:ext cx="5821800" cy="552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0" name="Google Shape;310;p13"/>
            <p:cNvCxnSpPr/>
            <p:nvPr/>
          </p:nvCxnSpPr>
          <p:spPr>
            <a:xfrm>
              <a:off x="-12825" y="3075525"/>
              <a:ext cx="769500" cy="21810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1" name="Google Shape;311;p13"/>
            <p:cNvCxnSpPr/>
            <p:nvPr/>
          </p:nvCxnSpPr>
          <p:spPr>
            <a:xfrm rot="10800000" flipH="1">
              <a:off x="147875" y="3331600"/>
              <a:ext cx="358800" cy="1896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2" name="Google Shape;312;p13"/>
            <p:cNvCxnSpPr/>
            <p:nvPr/>
          </p:nvCxnSpPr>
          <p:spPr>
            <a:xfrm flipH="1">
              <a:off x="-12650" y="-92425"/>
              <a:ext cx="1047300" cy="3887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13" name="Google Shape;313;p13"/>
            <p:cNvGrpSpPr/>
            <p:nvPr/>
          </p:nvGrpSpPr>
          <p:grpSpPr>
            <a:xfrm>
              <a:off x="8376754" y="637025"/>
              <a:ext cx="718341" cy="718341"/>
              <a:chOff x="30975" y="3360397"/>
              <a:chExt cx="539700" cy="539700"/>
            </a:xfrm>
          </p:grpSpPr>
          <p:sp>
            <p:nvSpPr>
              <p:cNvPr id="314" name="Google Shape;314;p13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3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6" name="Google Shape;316;p13"/>
            <p:cNvGrpSpPr/>
            <p:nvPr/>
          </p:nvGrpSpPr>
          <p:grpSpPr>
            <a:xfrm>
              <a:off x="8425978" y="4416357"/>
              <a:ext cx="533979" cy="533979"/>
              <a:chOff x="147524" y="4333650"/>
              <a:chExt cx="539700" cy="539700"/>
            </a:xfrm>
          </p:grpSpPr>
          <p:sp>
            <p:nvSpPr>
              <p:cNvPr id="317" name="Google Shape;317;p13"/>
              <p:cNvSpPr/>
              <p:nvPr/>
            </p:nvSpPr>
            <p:spPr>
              <a:xfrm>
                <a:off x="147524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3"/>
              <p:cNvSpPr/>
              <p:nvPr/>
            </p:nvSpPr>
            <p:spPr>
              <a:xfrm>
                <a:off x="256649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9" name="Google Shape;319;p13"/>
            <p:cNvGrpSpPr/>
            <p:nvPr/>
          </p:nvGrpSpPr>
          <p:grpSpPr>
            <a:xfrm>
              <a:off x="-12648" y="3015155"/>
              <a:ext cx="334182" cy="334182"/>
              <a:chOff x="-83525" y="4333650"/>
              <a:chExt cx="539700" cy="539700"/>
            </a:xfrm>
          </p:grpSpPr>
          <p:sp>
            <p:nvSpPr>
              <p:cNvPr id="320" name="Google Shape;320;p13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3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2" name="Google Shape;322;p13"/>
            <p:cNvGrpSpPr/>
            <p:nvPr/>
          </p:nvGrpSpPr>
          <p:grpSpPr>
            <a:xfrm>
              <a:off x="705394" y="372755"/>
              <a:ext cx="334182" cy="334182"/>
              <a:chOff x="-83525" y="4333650"/>
              <a:chExt cx="539700" cy="539700"/>
            </a:xfrm>
          </p:grpSpPr>
          <p:sp>
            <p:nvSpPr>
              <p:cNvPr id="323" name="Google Shape;323;p13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3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5" name="Google Shape;325;p13">
            <a:hlinkClick r:id="" action="ppaction://noaction"/>
          </p:cNvPr>
          <p:cNvSpPr txBox="1">
            <a:spLocks noGrp="1"/>
          </p:cNvSpPr>
          <p:nvPr>
            <p:ph type="title" idx="6" hasCustomPrompt="1"/>
          </p:nvPr>
        </p:nvSpPr>
        <p:spPr>
          <a:xfrm rot="1973">
            <a:off x="4049400" y="2294957"/>
            <a:ext cx="10452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6" name="Google Shape;326;p13">
            <a:hlinkClick r:id="" action="ppaction://noaction"/>
          </p:cNvPr>
          <p:cNvSpPr txBox="1">
            <a:spLocks noGrp="1"/>
          </p:cNvSpPr>
          <p:nvPr>
            <p:ph type="title" idx="7"/>
          </p:nvPr>
        </p:nvSpPr>
        <p:spPr>
          <a:xfrm>
            <a:off x="720000" y="2064655"/>
            <a:ext cx="2488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hlink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7" name="Google Shape;327;p13">
            <a:hlinkClick r:id="" action="ppaction://noaction"/>
          </p:cNvPr>
          <p:cNvSpPr txBox="1">
            <a:spLocks noGrp="1"/>
          </p:cNvSpPr>
          <p:nvPr>
            <p:ph type="subTitle" idx="8"/>
          </p:nvPr>
        </p:nvSpPr>
        <p:spPr>
          <a:xfrm>
            <a:off x="872400" y="2439966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3">
            <a:hlinkClick r:id="" action="ppaction://noaction"/>
          </p:cNvPr>
          <p:cNvSpPr txBox="1">
            <a:spLocks noGrp="1"/>
          </p:cNvSpPr>
          <p:nvPr>
            <p:ph type="title" idx="9" hasCustomPrompt="1"/>
          </p:nvPr>
        </p:nvSpPr>
        <p:spPr>
          <a:xfrm rot="-1973" flipH="1">
            <a:off x="4049400" y="1523647"/>
            <a:ext cx="10452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9" name="Google Shape;329;p13">
            <a:hlinkClick r:id="" action="ppaction://noaction"/>
          </p:cNvPr>
          <p:cNvSpPr txBox="1">
            <a:spLocks noGrp="1"/>
          </p:cNvSpPr>
          <p:nvPr>
            <p:ph type="title" idx="13"/>
          </p:nvPr>
        </p:nvSpPr>
        <p:spPr>
          <a:xfrm flipH="1">
            <a:off x="5934925" y="1349525"/>
            <a:ext cx="255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hlink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0" name="Google Shape;330;p13">
            <a:hlinkClick r:id="" action="ppaction://noaction"/>
          </p:cNvPr>
          <p:cNvSpPr txBox="1">
            <a:spLocks noGrp="1"/>
          </p:cNvSpPr>
          <p:nvPr>
            <p:ph type="subTitle" idx="14"/>
          </p:nvPr>
        </p:nvSpPr>
        <p:spPr>
          <a:xfrm flipH="1">
            <a:off x="5935200" y="1724828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13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 rot="-1973" flipH="1">
            <a:off x="4049400" y="3066266"/>
            <a:ext cx="10452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2" name="Google Shape;332;p13">
            <a:hlinkClick r:id="" action="ppaction://noaction"/>
          </p:cNvPr>
          <p:cNvSpPr txBox="1">
            <a:spLocks noGrp="1"/>
          </p:cNvSpPr>
          <p:nvPr>
            <p:ph type="title" idx="16"/>
          </p:nvPr>
        </p:nvSpPr>
        <p:spPr>
          <a:xfrm flipH="1">
            <a:off x="5935200" y="2836150"/>
            <a:ext cx="255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hlink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3" name="Google Shape;333;p13">
            <a:hlinkClick r:id="" action="ppaction://noaction"/>
          </p:cNvPr>
          <p:cNvSpPr txBox="1">
            <a:spLocks noGrp="1"/>
          </p:cNvSpPr>
          <p:nvPr>
            <p:ph type="subTitle" idx="17"/>
          </p:nvPr>
        </p:nvSpPr>
        <p:spPr>
          <a:xfrm flipH="1">
            <a:off x="5935200" y="3211476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8546791"/>
      </p:ext>
    </p:extLst>
  </p:cSld>
  <p:clrMapOvr>
    <a:masterClrMapping/>
  </p:clrMapOvr>
  <p:transition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5" name="Google Shape;935;p3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36" name="Google Shape;936;p3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8" name="Google Shape;938;p31"/>
          <p:cNvGrpSpPr/>
          <p:nvPr/>
        </p:nvGrpSpPr>
        <p:grpSpPr>
          <a:xfrm>
            <a:off x="-57340" y="-86000"/>
            <a:ext cx="9209740" cy="5293875"/>
            <a:chOff x="-57340" y="-86000"/>
            <a:chExt cx="9209740" cy="5293875"/>
          </a:xfrm>
        </p:grpSpPr>
        <p:cxnSp>
          <p:nvCxnSpPr>
            <p:cNvPr id="939" name="Google Shape;939;p31"/>
            <p:cNvCxnSpPr/>
            <p:nvPr/>
          </p:nvCxnSpPr>
          <p:spPr>
            <a:xfrm flipH="1">
              <a:off x="-38625" y="-86000"/>
              <a:ext cx="879000" cy="2615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0" name="Google Shape;940;p31"/>
            <p:cNvCxnSpPr/>
            <p:nvPr/>
          </p:nvCxnSpPr>
          <p:spPr>
            <a:xfrm>
              <a:off x="2100" y="224950"/>
              <a:ext cx="9150300" cy="1683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1" name="Google Shape;941;p31"/>
            <p:cNvCxnSpPr/>
            <p:nvPr/>
          </p:nvCxnSpPr>
          <p:spPr>
            <a:xfrm>
              <a:off x="7997725" y="-37700"/>
              <a:ext cx="1153800" cy="3187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2" name="Google Shape;942;p31"/>
            <p:cNvCxnSpPr/>
            <p:nvPr/>
          </p:nvCxnSpPr>
          <p:spPr>
            <a:xfrm>
              <a:off x="-11075" y="1777375"/>
              <a:ext cx="1284900" cy="3430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3" name="Google Shape;943;p31"/>
            <p:cNvCxnSpPr/>
            <p:nvPr/>
          </p:nvCxnSpPr>
          <p:spPr>
            <a:xfrm>
              <a:off x="-30475" y="4227975"/>
              <a:ext cx="3823500" cy="929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44" name="Google Shape;944;p31"/>
            <p:cNvGrpSpPr/>
            <p:nvPr/>
          </p:nvGrpSpPr>
          <p:grpSpPr>
            <a:xfrm>
              <a:off x="525404" y="45408"/>
              <a:ext cx="389178" cy="389178"/>
              <a:chOff x="-83525" y="4333650"/>
              <a:chExt cx="539700" cy="539700"/>
            </a:xfrm>
          </p:grpSpPr>
          <p:sp>
            <p:nvSpPr>
              <p:cNvPr id="945" name="Google Shape;945;p31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1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7" name="Google Shape;947;p31"/>
            <p:cNvGrpSpPr/>
            <p:nvPr/>
          </p:nvGrpSpPr>
          <p:grpSpPr>
            <a:xfrm>
              <a:off x="7894902" y="126998"/>
              <a:ext cx="482600" cy="482600"/>
              <a:chOff x="-83525" y="4333650"/>
              <a:chExt cx="539700" cy="539700"/>
            </a:xfrm>
          </p:grpSpPr>
          <p:sp>
            <p:nvSpPr>
              <p:cNvPr id="948" name="Google Shape;948;p31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1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0" name="Google Shape;950;p31"/>
            <p:cNvGrpSpPr/>
            <p:nvPr/>
          </p:nvGrpSpPr>
          <p:grpSpPr>
            <a:xfrm>
              <a:off x="8668547" y="2101235"/>
              <a:ext cx="344976" cy="344976"/>
              <a:chOff x="-83525" y="4333650"/>
              <a:chExt cx="539700" cy="539700"/>
            </a:xfrm>
          </p:grpSpPr>
          <p:sp>
            <p:nvSpPr>
              <p:cNvPr id="951" name="Google Shape;951;p31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1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3" name="Google Shape;953;p31"/>
            <p:cNvGrpSpPr/>
            <p:nvPr/>
          </p:nvGrpSpPr>
          <p:grpSpPr>
            <a:xfrm>
              <a:off x="758689" y="4234211"/>
              <a:ext cx="482600" cy="482600"/>
              <a:chOff x="-83525" y="4333650"/>
              <a:chExt cx="539700" cy="539700"/>
            </a:xfrm>
          </p:grpSpPr>
          <p:sp>
            <p:nvSpPr>
              <p:cNvPr id="954" name="Google Shape;954;p31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1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6" name="Google Shape;956;p31"/>
            <p:cNvGrpSpPr/>
            <p:nvPr/>
          </p:nvGrpSpPr>
          <p:grpSpPr>
            <a:xfrm>
              <a:off x="-57340" y="1926598"/>
              <a:ext cx="344976" cy="344976"/>
              <a:chOff x="-83525" y="4333650"/>
              <a:chExt cx="539700" cy="539700"/>
            </a:xfrm>
          </p:grpSpPr>
          <p:sp>
            <p:nvSpPr>
              <p:cNvPr id="957" name="Google Shape;957;p31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1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59" name="Google Shape;959;p31"/>
          <p:cNvSpPr txBox="1">
            <a:spLocks noGrp="1"/>
          </p:cNvSpPr>
          <p:nvPr>
            <p:ph type="subTitle" idx="1"/>
          </p:nvPr>
        </p:nvSpPr>
        <p:spPr>
          <a:xfrm>
            <a:off x="720000" y="2996988"/>
            <a:ext cx="2239500" cy="7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1"/>
          <p:cNvSpPr txBox="1">
            <a:spLocks noGrp="1"/>
          </p:cNvSpPr>
          <p:nvPr>
            <p:ph type="subTitle" idx="2"/>
          </p:nvPr>
        </p:nvSpPr>
        <p:spPr>
          <a:xfrm>
            <a:off x="6212450" y="2996988"/>
            <a:ext cx="2239500" cy="7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1"/>
          <p:cNvSpPr txBox="1">
            <a:spLocks noGrp="1"/>
          </p:cNvSpPr>
          <p:nvPr>
            <p:ph type="title" hasCustomPrompt="1"/>
          </p:nvPr>
        </p:nvSpPr>
        <p:spPr>
          <a:xfrm>
            <a:off x="720000" y="2031948"/>
            <a:ext cx="2239500" cy="1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62" name="Google Shape;962;p31"/>
          <p:cNvSpPr txBox="1">
            <a:spLocks noGrp="1"/>
          </p:cNvSpPr>
          <p:nvPr>
            <p:ph type="title" idx="3" hasCustomPrompt="1"/>
          </p:nvPr>
        </p:nvSpPr>
        <p:spPr>
          <a:xfrm>
            <a:off x="6212450" y="2031948"/>
            <a:ext cx="2239500" cy="11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63" name="Google Shape;963;p31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2775930"/>
      </p:ext>
    </p:extLst>
  </p:cSld>
  <p:clrMapOvr>
    <a:masterClrMapping/>
  </p:clrMapOvr>
  <p:transition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5" name="Google Shape;715;p26"/>
          <p:cNvGrpSpPr/>
          <p:nvPr/>
        </p:nvGrpSpPr>
        <p:grpSpPr>
          <a:xfrm rot="10800000" flipH="1">
            <a:off x="0" y="0"/>
            <a:ext cx="9144000" cy="5143500"/>
            <a:chOff x="0" y="0"/>
            <a:chExt cx="9144000" cy="5143500"/>
          </a:xfrm>
        </p:grpSpPr>
        <p:sp>
          <p:nvSpPr>
            <p:cNvPr id="716" name="Google Shape;716;p2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8" name="Google Shape;718;p26"/>
          <p:cNvGrpSpPr/>
          <p:nvPr/>
        </p:nvGrpSpPr>
        <p:grpSpPr>
          <a:xfrm>
            <a:off x="-49850" y="-92250"/>
            <a:ext cx="9311158" cy="5310575"/>
            <a:chOff x="-49850" y="-92250"/>
            <a:chExt cx="9311158" cy="5310575"/>
          </a:xfrm>
        </p:grpSpPr>
        <p:grpSp>
          <p:nvGrpSpPr>
            <p:cNvPr id="719" name="Google Shape;719;p26"/>
            <p:cNvGrpSpPr/>
            <p:nvPr/>
          </p:nvGrpSpPr>
          <p:grpSpPr>
            <a:xfrm>
              <a:off x="222781" y="149705"/>
              <a:ext cx="334182" cy="334182"/>
              <a:chOff x="-83525" y="4333650"/>
              <a:chExt cx="539700" cy="539700"/>
            </a:xfrm>
          </p:grpSpPr>
          <p:sp>
            <p:nvSpPr>
              <p:cNvPr id="720" name="Google Shape;720;p2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722" name="Google Shape;722;p26"/>
            <p:cNvCxnSpPr/>
            <p:nvPr/>
          </p:nvCxnSpPr>
          <p:spPr>
            <a:xfrm rot="10800000" flipH="1">
              <a:off x="-49725" y="-92250"/>
              <a:ext cx="835800" cy="47280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3" name="Google Shape;723;p26"/>
            <p:cNvCxnSpPr/>
            <p:nvPr/>
          </p:nvCxnSpPr>
          <p:spPr>
            <a:xfrm>
              <a:off x="-24900" y="340700"/>
              <a:ext cx="617400" cy="28629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4" name="Google Shape;724;p26"/>
            <p:cNvCxnSpPr/>
            <p:nvPr/>
          </p:nvCxnSpPr>
          <p:spPr>
            <a:xfrm>
              <a:off x="7884100" y="-39775"/>
              <a:ext cx="1297500" cy="1715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5" name="Google Shape;725;p26"/>
            <p:cNvCxnSpPr/>
            <p:nvPr/>
          </p:nvCxnSpPr>
          <p:spPr>
            <a:xfrm rot="10800000" flipH="1">
              <a:off x="7890325" y="4501025"/>
              <a:ext cx="1303500" cy="7173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6" name="Google Shape;726;p26"/>
            <p:cNvCxnSpPr/>
            <p:nvPr/>
          </p:nvCxnSpPr>
          <p:spPr>
            <a:xfrm rot="10800000">
              <a:off x="8751100" y="3758675"/>
              <a:ext cx="237000" cy="14160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7" name="Google Shape;727;p26"/>
            <p:cNvCxnSpPr/>
            <p:nvPr/>
          </p:nvCxnSpPr>
          <p:spPr>
            <a:xfrm rot="10800000" flipH="1">
              <a:off x="-49850" y="4900350"/>
              <a:ext cx="3449400" cy="1059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8" name="Google Shape;728;p26"/>
            <p:cNvCxnSpPr/>
            <p:nvPr/>
          </p:nvCxnSpPr>
          <p:spPr>
            <a:xfrm>
              <a:off x="-43625" y="3652750"/>
              <a:ext cx="867000" cy="1528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29" name="Google Shape;729;p26"/>
            <p:cNvGrpSpPr/>
            <p:nvPr/>
          </p:nvGrpSpPr>
          <p:grpSpPr>
            <a:xfrm>
              <a:off x="9004" y="1818650"/>
              <a:ext cx="718341" cy="718341"/>
              <a:chOff x="30975" y="3360397"/>
              <a:chExt cx="539700" cy="539700"/>
            </a:xfrm>
          </p:grpSpPr>
          <p:sp>
            <p:nvSpPr>
              <p:cNvPr id="730" name="Google Shape;730;p26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26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2" name="Google Shape;732;p26"/>
            <p:cNvGrpSpPr/>
            <p:nvPr/>
          </p:nvGrpSpPr>
          <p:grpSpPr>
            <a:xfrm>
              <a:off x="8542967" y="4287900"/>
              <a:ext cx="718341" cy="718341"/>
              <a:chOff x="30975" y="3360397"/>
              <a:chExt cx="539700" cy="539700"/>
            </a:xfrm>
          </p:grpSpPr>
          <p:sp>
            <p:nvSpPr>
              <p:cNvPr id="733" name="Google Shape;733;p26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26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5" name="Google Shape;735;p26"/>
            <p:cNvGrpSpPr/>
            <p:nvPr/>
          </p:nvGrpSpPr>
          <p:grpSpPr>
            <a:xfrm>
              <a:off x="201081" y="3758680"/>
              <a:ext cx="334182" cy="334182"/>
              <a:chOff x="-83525" y="4333650"/>
              <a:chExt cx="539700" cy="539700"/>
            </a:xfrm>
          </p:grpSpPr>
          <p:sp>
            <p:nvSpPr>
              <p:cNvPr id="736" name="Google Shape;736;p2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2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8" name="Google Shape;738;p26"/>
            <p:cNvGrpSpPr/>
            <p:nvPr/>
          </p:nvGrpSpPr>
          <p:grpSpPr>
            <a:xfrm>
              <a:off x="58706" y="4436418"/>
              <a:ext cx="334182" cy="334182"/>
              <a:chOff x="-83525" y="4333650"/>
              <a:chExt cx="539700" cy="539700"/>
            </a:xfrm>
          </p:grpSpPr>
          <p:sp>
            <p:nvSpPr>
              <p:cNvPr id="739" name="Google Shape;739;p2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2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1" name="Google Shape;741;p26"/>
            <p:cNvGrpSpPr/>
            <p:nvPr/>
          </p:nvGrpSpPr>
          <p:grpSpPr>
            <a:xfrm>
              <a:off x="8653906" y="340693"/>
              <a:ext cx="334182" cy="334182"/>
              <a:chOff x="-83525" y="4333650"/>
              <a:chExt cx="539700" cy="539700"/>
            </a:xfrm>
          </p:grpSpPr>
          <p:sp>
            <p:nvSpPr>
              <p:cNvPr id="742" name="Google Shape;742;p2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2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4" name="Google Shape;744;p26"/>
            <p:cNvGrpSpPr/>
            <p:nvPr/>
          </p:nvGrpSpPr>
          <p:grpSpPr>
            <a:xfrm>
              <a:off x="8460556" y="1450943"/>
              <a:ext cx="334182" cy="334182"/>
              <a:chOff x="-83525" y="4333650"/>
              <a:chExt cx="539700" cy="539700"/>
            </a:xfrm>
          </p:grpSpPr>
          <p:sp>
            <p:nvSpPr>
              <p:cNvPr id="745" name="Google Shape;745;p2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2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7" name="Google Shape;747;p2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26"/>
          <p:cNvSpPr txBox="1">
            <a:spLocks noGrp="1"/>
          </p:cNvSpPr>
          <p:nvPr>
            <p:ph type="title" idx="2"/>
          </p:nvPr>
        </p:nvSpPr>
        <p:spPr>
          <a:xfrm>
            <a:off x="720000" y="361043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9" name="Google Shape;749;p26"/>
          <p:cNvSpPr txBox="1">
            <a:spLocks noGrp="1"/>
          </p:cNvSpPr>
          <p:nvPr>
            <p:ph type="subTitle" idx="1"/>
          </p:nvPr>
        </p:nvSpPr>
        <p:spPr>
          <a:xfrm>
            <a:off x="720000" y="4000778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26"/>
          <p:cNvSpPr txBox="1">
            <a:spLocks noGrp="1"/>
          </p:cNvSpPr>
          <p:nvPr>
            <p:ph type="title" idx="3"/>
          </p:nvPr>
        </p:nvSpPr>
        <p:spPr>
          <a:xfrm>
            <a:off x="3403800" y="3610450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1" name="Google Shape;751;p26"/>
          <p:cNvSpPr txBox="1">
            <a:spLocks noGrp="1"/>
          </p:cNvSpPr>
          <p:nvPr>
            <p:ph type="subTitle" idx="4"/>
          </p:nvPr>
        </p:nvSpPr>
        <p:spPr>
          <a:xfrm>
            <a:off x="3403800" y="4000791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2" name="Google Shape;752;p26"/>
          <p:cNvSpPr txBox="1">
            <a:spLocks noGrp="1"/>
          </p:cNvSpPr>
          <p:nvPr>
            <p:ph type="title" idx="5"/>
          </p:nvPr>
        </p:nvSpPr>
        <p:spPr>
          <a:xfrm>
            <a:off x="6087600" y="361043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3" name="Google Shape;753;p26"/>
          <p:cNvSpPr txBox="1">
            <a:spLocks noGrp="1"/>
          </p:cNvSpPr>
          <p:nvPr>
            <p:ph type="subTitle" idx="6"/>
          </p:nvPr>
        </p:nvSpPr>
        <p:spPr>
          <a:xfrm>
            <a:off x="6087600" y="4000778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3305374"/>
      </p:ext>
    </p:extLst>
  </p:cSld>
  <p:clrMapOvr>
    <a:masterClrMapping/>
  </p:clrMapOvr>
  <p:transition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17550"/>
            <a:ext cx="7704000" cy="3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65" r:id="rId3"/>
    <p:sldLayoutId id="2147483670" r:id="rId4"/>
    <p:sldLayoutId id="2147483671" r:id="rId5"/>
    <p:sldLayoutId id="2147483674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8" r:id="rId12"/>
    <p:sldLayoutId id="2147483691" r:id="rId13"/>
    <p:sldLayoutId id="2147483692" r:id="rId14"/>
    <p:sldLayoutId id="2147483693" r:id="rId15"/>
  </p:sldLayoutIdLst>
  <p:transition>
    <p:cover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1"/>
          <p:cNvSpPr txBox="1">
            <a:spLocks noGrp="1"/>
          </p:cNvSpPr>
          <p:nvPr>
            <p:ph type="ctrTitle"/>
          </p:nvPr>
        </p:nvSpPr>
        <p:spPr>
          <a:xfrm>
            <a:off x="700373" y="994493"/>
            <a:ext cx="5580287" cy="25029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600" dirty="0">
                <a:solidFill>
                  <a:schemeClr val="accent4"/>
                </a:solidFill>
              </a:rPr>
              <a:t>OSPF</a:t>
            </a:r>
            <a:endParaRPr sz="13800" dirty="0"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118" name="Google Shape;1118;p41"/>
          <p:cNvSpPr txBox="1">
            <a:spLocks noGrp="1"/>
          </p:cNvSpPr>
          <p:nvPr>
            <p:ph type="subTitle" idx="1"/>
          </p:nvPr>
        </p:nvSpPr>
        <p:spPr>
          <a:xfrm rot="-615">
            <a:off x="4325082" y="3316873"/>
            <a:ext cx="2960764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4"/>
                </a:solidFill>
              </a:rPr>
              <a:t>O</a:t>
            </a:r>
            <a:r>
              <a:rPr lang="en" sz="1800" dirty="0"/>
              <a:t>pen </a:t>
            </a:r>
            <a:r>
              <a:rPr lang="en" sz="1800" b="1" dirty="0">
                <a:solidFill>
                  <a:schemeClr val="accent4"/>
                </a:solidFill>
              </a:rPr>
              <a:t>S</a:t>
            </a:r>
            <a:r>
              <a:rPr lang="en" sz="1800" dirty="0"/>
              <a:t>hortest </a:t>
            </a:r>
            <a:r>
              <a:rPr lang="en" sz="1800" b="1" dirty="0">
                <a:solidFill>
                  <a:schemeClr val="accent4"/>
                </a:solidFill>
              </a:rPr>
              <a:t>P</a:t>
            </a:r>
            <a:r>
              <a:rPr lang="en" sz="1800" dirty="0"/>
              <a:t>ath </a:t>
            </a:r>
            <a:r>
              <a:rPr lang="en" sz="1800" b="1" dirty="0">
                <a:solidFill>
                  <a:schemeClr val="accent4"/>
                </a:solidFill>
              </a:rPr>
              <a:t>F</a:t>
            </a:r>
            <a:r>
              <a:rPr lang="en" sz="1800" dirty="0"/>
              <a:t>irst</a:t>
            </a:r>
            <a:endParaRPr sz="18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02F8933-2E3E-4302-A1B3-F7F6CD7B6222}"/>
              </a:ext>
            </a:extLst>
          </p:cNvPr>
          <p:cNvSpPr txBox="1"/>
          <p:nvPr/>
        </p:nvSpPr>
        <p:spPr>
          <a:xfrm>
            <a:off x="150125" y="4881890"/>
            <a:ext cx="72186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100" dirty="0">
                <a:solidFill>
                  <a:schemeClr val="bg1"/>
                </a:solidFill>
                <a:latin typeface="Overpass" panose="020B0604020202020204" charset="0"/>
              </a:rPr>
              <a:t>Integrantes : </a:t>
            </a:r>
            <a:r>
              <a:rPr lang="es-AR" sz="1100" dirty="0" err="1">
                <a:solidFill>
                  <a:schemeClr val="bg1"/>
                </a:solidFill>
                <a:latin typeface="Overpass" panose="020B0604020202020204" charset="0"/>
              </a:rPr>
              <a:t>Casais</a:t>
            </a:r>
            <a:r>
              <a:rPr lang="es-AR" sz="1100" dirty="0">
                <a:solidFill>
                  <a:schemeClr val="bg1"/>
                </a:solidFill>
                <a:latin typeface="Overpass" panose="020B0604020202020204" charset="0"/>
              </a:rPr>
              <a:t> Francisco, </a:t>
            </a:r>
            <a:r>
              <a:rPr lang="es-AR" sz="1100" dirty="0" err="1">
                <a:solidFill>
                  <a:schemeClr val="bg1"/>
                </a:solidFill>
                <a:latin typeface="Overpass" panose="020B0604020202020204" charset="0"/>
              </a:rPr>
              <a:t>Mlikota</a:t>
            </a:r>
            <a:r>
              <a:rPr lang="es-AR" sz="1100" dirty="0">
                <a:solidFill>
                  <a:schemeClr val="bg1"/>
                </a:solidFill>
                <a:latin typeface="Overpass" panose="020B0604020202020204" charset="0"/>
              </a:rPr>
              <a:t> Anna, Ibarrola Camila, Fernandez Cristian, </a:t>
            </a:r>
            <a:r>
              <a:rPr lang="es-AR" sz="1100" dirty="0" err="1">
                <a:solidFill>
                  <a:schemeClr val="bg1"/>
                </a:solidFill>
                <a:latin typeface="Overpass" panose="020B0604020202020204" charset="0"/>
              </a:rPr>
              <a:t>Eberle</a:t>
            </a:r>
            <a:r>
              <a:rPr lang="es-AR" sz="1100" dirty="0">
                <a:solidFill>
                  <a:schemeClr val="bg1"/>
                </a:solidFill>
                <a:latin typeface="Overpass" panose="020B0604020202020204" charset="0"/>
              </a:rPr>
              <a:t> Lautaro, Costa Valentín</a:t>
            </a:r>
          </a:p>
        </p:txBody>
      </p:sp>
    </p:spTree>
    <p:extLst>
      <p:ext uri="{BB962C8B-B14F-4D97-AF65-F5344CB8AC3E}">
        <p14:creationId xmlns:p14="http://schemas.microsoft.com/office/powerpoint/2010/main" val="2829989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43"/>
          <p:cNvSpPr txBox="1">
            <a:spLocks noGrp="1"/>
          </p:cNvSpPr>
          <p:nvPr>
            <p:ph type="subTitle" idx="1"/>
          </p:nvPr>
        </p:nvSpPr>
        <p:spPr>
          <a:xfrm>
            <a:off x="1923283" y="3571875"/>
            <a:ext cx="5297423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4"/>
                </a:solidFill>
              </a:rPr>
              <a:t> </a:t>
            </a:r>
            <a:r>
              <a:rPr lang="en" dirty="0">
                <a:solidFill>
                  <a:schemeClr val="bg1"/>
                </a:solidFill>
              </a:rPr>
              <a:t>El</a:t>
            </a:r>
            <a:r>
              <a:rPr lang="en" b="1" dirty="0">
                <a:solidFill>
                  <a:schemeClr val="accent4"/>
                </a:solidFill>
              </a:rPr>
              <a:t> OSPF</a:t>
            </a:r>
            <a:r>
              <a:rPr lang="en" dirty="0"/>
              <a:t> es un Internal Gateway Protocol (</a:t>
            </a:r>
            <a:r>
              <a:rPr lang="en" b="1" dirty="0">
                <a:solidFill>
                  <a:schemeClr val="accent4"/>
                </a:solidFill>
              </a:rPr>
              <a:t>IGP</a:t>
            </a:r>
            <a:r>
              <a:rPr lang="en" dirty="0"/>
              <a:t>) usado para distribuir información de ruteo dentro de un sistema autónomo con router de host TCP/IP</a:t>
            </a:r>
            <a:endParaRPr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213" name="Google Shape;1213;p43"/>
          <p:cNvSpPr txBox="1">
            <a:spLocks noGrp="1"/>
          </p:cNvSpPr>
          <p:nvPr>
            <p:ph type="title"/>
          </p:nvPr>
        </p:nvSpPr>
        <p:spPr>
          <a:xfrm>
            <a:off x="686200" y="828761"/>
            <a:ext cx="7771591" cy="227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</a:t>
            </a:r>
            <a:r>
              <a:rPr lang="es-AR" dirty="0"/>
              <a:t>u</a:t>
            </a:r>
            <a:r>
              <a:rPr lang="en" dirty="0"/>
              <a:t>e es?</a:t>
            </a:r>
            <a:endParaRPr dirty="0"/>
          </a:p>
        </p:txBody>
      </p:sp>
    </p:spTree>
  </p:cSld>
  <p:clrMapOvr>
    <a:masterClrMapping/>
  </p:clrMapOvr>
  <p:transition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64"/>
          <p:cNvSpPr txBox="1">
            <a:spLocks noGrp="1"/>
          </p:cNvSpPr>
          <p:nvPr>
            <p:ph type="subTitle" idx="1"/>
          </p:nvPr>
        </p:nvSpPr>
        <p:spPr>
          <a:xfrm>
            <a:off x="719991" y="2123525"/>
            <a:ext cx="2305500" cy="765450"/>
          </a:xfrm>
          <a:prstGeom prst="rect">
            <a:avLst/>
          </a:prstGeom>
          <a:ln w="9525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1"/>
                </a:solidFill>
              </a:rPr>
              <a:t>Cantidad de saltos en dispositivos intermedios ilimitados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38" name="Google Shape;1738;p64"/>
          <p:cNvSpPr txBox="1">
            <a:spLocks noGrp="1"/>
          </p:cNvSpPr>
          <p:nvPr>
            <p:ph type="subTitle" idx="3"/>
          </p:nvPr>
        </p:nvSpPr>
        <p:spPr>
          <a:xfrm>
            <a:off x="3419266" y="2159846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1"/>
                </a:solidFill>
              </a:rPr>
              <a:t>Admite</a:t>
            </a:r>
            <a:r>
              <a:rPr lang="en" b="1" dirty="0">
                <a:solidFill>
                  <a:schemeClr val="accent4"/>
                </a:solidFill>
              </a:rPr>
              <a:t> </a:t>
            </a:r>
            <a:r>
              <a:rPr lang="en" b="1" dirty="0">
                <a:solidFill>
                  <a:schemeClr val="bg1"/>
                </a:solidFill>
              </a:rPr>
              <a:t>Direcciones con con Mascara de Longitud Variable (</a:t>
            </a:r>
            <a:r>
              <a:rPr lang="en" b="1" dirty="0">
                <a:solidFill>
                  <a:schemeClr val="accent4"/>
                </a:solidFill>
              </a:rPr>
              <a:t>VLSM</a:t>
            </a:r>
            <a:r>
              <a:rPr lang="en" b="1" dirty="0">
                <a:solidFill>
                  <a:schemeClr val="bg1"/>
                </a:solidFill>
              </a:rPr>
              <a:t>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44" name="Google Shape;1744;p64"/>
          <p:cNvSpPr txBox="1">
            <a:spLocks noGrp="1"/>
          </p:cNvSpPr>
          <p:nvPr>
            <p:ph type="subTitle" idx="9"/>
          </p:nvPr>
        </p:nvSpPr>
        <p:spPr>
          <a:xfrm>
            <a:off x="6113088" y="2141530"/>
            <a:ext cx="23055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1"/>
                </a:solidFill>
              </a:rPr>
              <a:t>Tiempo de convergencia breve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745" name="Google Shape;1745;p64"/>
          <p:cNvSpPr txBox="1">
            <a:spLocks noGrp="1"/>
          </p:cNvSpPr>
          <p:nvPr>
            <p:ph type="title" idx="13"/>
          </p:nvPr>
        </p:nvSpPr>
        <p:spPr>
          <a:xfrm>
            <a:off x="714588" y="294822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bg1"/>
                </a:solidFill>
              </a:rPr>
              <a:t>Propositos</a:t>
            </a:r>
            <a:r>
              <a:rPr lang="en" sz="3600" dirty="0">
                <a:solidFill>
                  <a:schemeClr val="accent4"/>
                </a:solidFill>
              </a:rPr>
              <a:t> </a:t>
            </a:r>
            <a:endParaRPr sz="3600" dirty="0">
              <a:solidFill>
                <a:schemeClr val="accent4"/>
              </a:solidFill>
            </a:endParaRPr>
          </a:p>
        </p:txBody>
      </p:sp>
      <p:cxnSp>
        <p:nvCxnSpPr>
          <p:cNvPr id="1749" name="Google Shape;1749;p64"/>
          <p:cNvCxnSpPr>
            <a:cxnSpLocks/>
          </p:cNvCxnSpPr>
          <p:nvPr/>
        </p:nvCxnSpPr>
        <p:spPr>
          <a:xfrm>
            <a:off x="1872738" y="1990162"/>
            <a:ext cx="0" cy="1335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3" name="Google Shape;1753;p64"/>
          <p:cNvCxnSpPr>
            <a:cxnSpLocks/>
          </p:cNvCxnSpPr>
          <p:nvPr/>
        </p:nvCxnSpPr>
        <p:spPr>
          <a:xfrm>
            <a:off x="4571988" y="1990175"/>
            <a:ext cx="0" cy="1335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6" name="Google Shape;1756;p64"/>
          <p:cNvSpPr/>
          <p:nvPr/>
        </p:nvSpPr>
        <p:spPr>
          <a:xfrm>
            <a:off x="4392101" y="1513088"/>
            <a:ext cx="364039" cy="362288"/>
          </a:xfrm>
          <a:custGeom>
            <a:avLst/>
            <a:gdLst/>
            <a:ahLst/>
            <a:cxnLst/>
            <a:rect l="l" t="t" r="r" b="b"/>
            <a:pathLst>
              <a:path w="9355" h="9310" extrusionOk="0">
                <a:moveTo>
                  <a:pt x="7880" y="7855"/>
                </a:moveTo>
                <a:cubicBezTo>
                  <a:pt x="7681" y="7855"/>
                  <a:pt x="7516" y="7691"/>
                  <a:pt x="7516" y="7491"/>
                </a:cubicBezTo>
                <a:cubicBezTo>
                  <a:pt x="7516" y="7291"/>
                  <a:pt x="7681" y="7128"/>
                  <a:pt x="7880" y="7128"/>
                </a:cubicBezTo>
                <a:cubicBezTo>
                  <a:pt x="8081" y="7128"/>
                  <a:pt x="8244" y="7291"/>
                  <a:pt x="8244" y="7491"/>
                </a:cubicBezTo>
                <a:cubicBezTo>
                  <a:pt x="8244" y="7693"/>
                  <a:pt x="8082" y="7855"/>
                  <a:pt x="7880" y="7855"/>
                </a:cubicBezTo>
                <a:close/>
                <a:moveTo>
                  <a:pt x="9076" y="6265"/>
                </a:moveTo>
                <a:cubicBezTo>
                  <a:pt x="8919" y="5916"/>
                  <a:pt x="8569" y="5690"/>
                  <a:pt x="8181" y="5690"/>
                </a:cubicBezTo>
                <a:lnTo>
                  <a:pt x="7047" y="5690"/>
                </a:lnTo>
                <a:lnTo>
                  <a:pt x="7044" y="5690"/>
                </a:lnTo>
                <a:cubicBezTo>
                  <a:pt x="6635" y="5690"/>
                  <a:pt x="6278" y="5933"/>
                  <a:pt x="6134" y="6306"/>
                </a:cubicBezTo>
                <a:cubicBezTo>
                  <a:pt x="6116" y="6355"/>
                  <a:pt x="6094" y="6418"/>
                  <a:pt x="6068" y="6491"/>
                </a:cubicBezTo>
                <a:lnTo>
                  <a:pt x="3688" y="6491"/>
                </a:lnTo>
                <a:cubicBezTo>
                  <a:pt x="3589" y="6491"/>
                  <a:pt x="3494" y="6531"/>
                  <a:pt x="3427" y="6603"/>
                </a:cubicBezTo>
                <a:lnTo>
                  <a:pt x="2802" y="7245"/>
                </a:lnTo>
                <a:cubicBezTo>
                  <a:pt x="2664" y="7388"/>
                  <a:pt x="2665" y="7613"/>
                  <a:pt x="2803" y="7755"/>
                </a:cubicBezTo>
                <a:lnTo>
                  <a:pt x="3441" y="8402"/>
                </a:lnTo>
                <a:cubicBezTo>
                  <a:pt x="3509" y="8472"/>
                  <a:pt x="3602" y="8511"/>
                  <a:pt x="3701" y="8511"/>
                </a:cubicBezTo>
                <a:lnTo>
                  <a:pt x="4882" y="8511"/>
                </a:lnTo>
                <a:cubicBezTo>
                  <a:pt x="5083" y="8511"/>
                  <a:pt x="5246" y="8348"/>
                  <a:pt x="5246" y="8147"/>
                </a:cubicBezTo>
                <a:cubicBezTo>
                  <a:pt x="5246" y="7948"/>
                  <a:pt x="5083" y="7784"/>
                  <a:pt x="4882" y="7784"/>
                </a:cubicBezTo>
                <a:lnTo>
                  <a:pt x="3854" y="7784"/>
                </a:lnTo>
                <a:lnTo>
                  <a:pt x="3573" y="7499"/>
                </a:lnTo>
                <a:lnTo>
                  <a:pt x="3843" y="7221"/>
                </a:lnTo>
                <a:lnTo>
                  <a:pt x="6344" y="7221"/>
                </a:lnTo>
                <a:cubicBezTo>
                  <a:pt x="6511" y="7221"/>
                  <a:pt x="6657" y="7106"/>
                  <a:pt x="6697" y="6944"/>
                </a:cubicBezTo>
                <a:cubicBezTo>
                  <a:pt x="6727" y="6824"/>
                  <a:pt x="6763" y="6707"/>
                  <a:pt x="6817" y="6569"/>
                </a:cubicBezTo>
                <a:cubicBezTo>
                  <a:pt x="6852" y="6479"/>
                  <a:pt x="6940" y="6421"/>
                  <a:pt x="7048" y="6421"/>
                </a:cubicBezTo>
                <a:lnTo>
                  <a:pt x="7048" y="6421"/>
                </a:lnTo>
                <a:lnTo>
                  <a:pt x="8183" y="6421"/>
                </a:lnTo>
                <a:cubicBezTo>
                  <a:pt x="8286" y="6421"/>
                  <a:pt x="8373" y="6476"/>
                  <a:pt x="8414" y="6563"/>
                </a:cubicBezTo>
                <a:cubicBezTo>
                  <a:pt x="8511" y="6781"/>
                  <a:pt x="8628" y="7120"/>
                  <a:pt x="8628" y="7491"/>
                </a:cubicBezTo>
                <a:cubicBezTo>
                  <a:pt x="8628" y="7864"/>
                  <a:pt x="8511" y="8211"/>
                  <a:pt x="8415" y="8435"/>
                </a:cubicBezTo>
                <a:cubicBezTo>
                  <a:pt x="8375" y="8525"/>
                  <a:pt x="8286" y="8584"/>
                  <a:pt x="8185" y="8584"/>
                </a:cubicBezTo>
                <a:lnTo>
                  <a:pt x="8185" y="8584"/>
                </a:lnTo>
                <a:lnTo>
                  <a:pt x="7038" y="8584"/>
                </a:lnTo>
                <a:cubicBezTo>
                  <a:pt x="6939" y="8584"/>
                  <a:pt x="6844" y="8518"/>
                  <a:pt x="6804" y="8422"/>
                </a:cubicBezTo>
                <a:cubicBezTo>
                  <a:pt x="6763" y="8319"/>
                  <a:pt x="6724" y="8203"/>
                  <a:pt x="6692" y="8061"/>
                </a:cubicBezTo>
                <a:cubicBezTo>
                  <a:pt x="6644" y="7868"/>
                  <a:pt x="6447" y="7746"/>
                  <a:pt x="6252" y="7792"/>
                </a:cubicBezTo>
                <a:cubicBezTo>
                  <a:pt x="6059" y="7840"/>
                  <a:pt x="5937" y="8037"/>
                  <a:pt x="5983" y="8232"/>
                </a:cubicBezTo>
                <a:cubicBezTo>
                  <a:pt x="6025" y="8408"/>
                  <a:pt x="6075" y="8560"/>
                  <a:pt x="6132" y="8699"/>
                </a:cubicBezTo>
                <a:cubicBezTo>
                  <a:pt x="6284" y="9070"/>
                  <a:pt x="6638" y="9310"/>
                  <a:pt x="7036" y="9310"/>
                </a:cubicBezTo>
                <a:lnTo>
                  <a:pt x="8184" y="9310"/>
                </a:lnTo>
                <a:lnTo>
                  <a:pt x="8185" y="9310"/>
                </a:lnTo>
                <a:cubicBezTo>
                  <a:pt x="8575" y="9310"/>
                  <a:pt x="8924" y="9080"/>
                  <a:pt x="9080" y="8723"/>
                </a:cubicBezTo>
                <a:cubicBezTo>
                  <a:pt x="9207" y="8435"/>
                  <a:pt x="9355" y="7987"/>
                  <a:pt x="9355" y="7487"/>
                </a:cubicBezTo>
                <a:cubicBezTo>
                  <a:pt x="9354" y="6991"/>
                  <a:pt x="9202" y="6549"/>
                  <a:pt x="9076" y="6265"/>
                </a:cubicBezTo>
                <a:close/>
                <a:moveTo>
                  <a:pt x="2799" y="8946"/>
                </a:moveTo>
                <a:cubicBezTo>
                  <a:pt x="2799" y="9145"/>
                  <a:pt x="2635" y="9310"/>
                  <a:pt x="2435" y="9310"/>
                </a:cubicBezTo>
                <a:lnTo>
                  <a:pt x="1148" y="9310"/>
                </a:lnTo>
                <a:cubicBezTo>
                  <a:pt x="815" y="9310"/>
                  <a:pt x="502" y="9160"/>
                  <a:pt x="293" y="8902"/>
                </a:cubicBezTo>
                <a:cubicBezTo>
                  <a:pt x="82" y="8642"/>
                  <a:pt x="0" y="8306"/>
                  <a:pt x="67" y="7977"/>
                </a:cubicBezTo>
                <a:cubicBezTo>
                  <a:pt x="286" y="6927"/>
                  <a:pt x="864" y="5974"/>
                  <a:pt x="1695" y="5290"/>
                </a:cubicBezTo>
                <a:cubicBezTo>
                  <a:pt x="2147" y="4918"/>
                  <a:pt x="2665" y="4634"/>
                  <a:pt x="3218" y="4453"/>
                </a:cubicBezTo>
                <a:cubicBezTo>
                  <a:pt x="2614" y="4002"/>
                  <a:pt x="2226" y="3282"/>
                  <a:pt x="2226" y="2473"/>
                </a:cubicBezTo>
                <a:cubicBezTo>
                  <a:pt x="2226" y="1108"/>
                  <a:pt x="3334" y="0"/>
                  <a:pt x="4699" y="0"/>
                </a:cubicBezTo>
                <a:cubicBezTo>
                  <a:pt x="6062" y="0"/>
                  <a:pt x="7172" y="1108"/>
                  <a:pt x="7172" y="2473"/>
                </a:cubicBezTo>
                <a:cubicBezTo>
                  <a:pt x="7172" y="3282"/>
                  <a:pt x="6780" y="4000"/>
                  <a:pt x="6178" y="4453"/>
                </a:cubicBezTo>
                <a:cubicBezTo>
                  <a:pt x="6241" y="4473"/>
                  <a:pt x="6300" y="4495"/>
                  <a:pt x="6360" y="4517"/>
                </a:cubicBezTo>
                <a:cubicBezTo>
                  <a:pt x="6548" y="4588"/>
                  <a:pt x="6644" y="4796"/>
                  <a:pt x="6574" y="4985"/>
                </a:cubicBezTo>
                <a:cubicBezTo>
                  <a:pt x="6503" y="5173"/>
                  <a:pt x="6293" y="5269"/>
                  <a:pt x="6104" y="5199"/>
                </a:cubicBezTo>
                <a:cubicBezTo>
                  <a:pt x="5684" y="5040"/>
                  <a:pt x="5243" y="4956"/>
                  <a:pt x="4792" y="4946"/>
                </a:cubicBezTo>
                <a:cubicBezTo>
                  <a:pt x="4760" y="4947"/>
                  <a:pt x="4729" y="4947"/>
                  <a:pt x="4699" y="4947"/>
                </a:cubicBezTo>
                <a:cubicBezTo>
                  <a:pt x="4667" y="4947"/>
                  <a:pt x="4636" y="4947"/>
                  <a:pt x="4606" y="4946"/>
                </a:cubicBezTo>
                <a:cubicBezTo>
                  <a:pt x="2758" y="4989"/>
                  <a:pt x="1157" y="6313"/>
                  <a:pt x="780" y="8127"/>
                </a:cubicBezTo>
                <a:cubicBezTo>
                  <a:pt x="757" y="8240"/>
                  <a:pt x="784" y="8357"/>
                  <a:pt x="857" y="8445"/>
                </a:cubicBezTo>
                <a:cubicBezTo>
                  <a:pt x="898" y="8496"/>
                  <a:pt x="992" y="8584"/>
                  <a:pt x="1148" y="8584"/>
                </a:cubicBezTo>
                <a:lnTo>
                  <a:pt x="2435" y="8584"/>
                </a:lnTo>
                <a:cubicBezTo>
                  <a:pt x="2636" y="8582"/>
                  <a:pt x="2799" y="8745"/>
                  <a:pt x="2799" y="8946"/>
                </a:cubicBezTo>
                <a:close/>
                <a:moveTo>
                  <a:pt x="4614" y="4217"/>
                </a:moveTo>
                <a:cubicBezTo>
                  <a:pt x="4644" y="4217"/>
                  <a:pt x="4671" y="4214"/>
                  <a:pt x="4700" y="4214"/>
                </a:cubicBezTo>
                <a:cubicBezTo>
                  <a:pt x="4729" y="4214"/>
                  <a:pt x="4757" y="4214"/>
                  <a:pt x="4786" y="4217"/>
                </a:cubicBezTo>
                <a:cubicBezTo>
                  <a:pt x="5710" y="4173"/>
                  <a:pt x="6446" y="3407"/>
                  <a:pt x="6446" y="2473"/>
                </a:cubicBezTo>
                <a:cubicBezTo>
                  <a:pt x="6446" y="1511"/>
                  <a:pt x="5662" y="727"/>
                  <a:pt x="4700" y="727"/>
                </a:cubicBezTo>
                <a:cubicBezTo>
                  <a:pt x="3739" y="727"/>
                  <a:pt x="2955" y="1511"/>
                  <a:pt x="2955" y="2473"/>
                </a:cubicBezTo>
                <a:cubicBezTo>
                  <a:pt x="2953" y="3407"/>
                  <a:pt x="3691" y="4173"/>
                  <a:pt x="4614" y="4217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080;p77">
            <a:extLst>
              <a:ext uri="{FF2B5EF4-FFF2-40B4-BE49-F238E27FC236}">
                <a16:creationId xmlns:a16="http://schemas.microsoft.com/office/drawing/2014/main" id="{5A0617C0-3FB4-1311-85FB-1FAE3A622846}"/>
              </a:ext>
            </a:extLst>
          </p:cNvPr>
          <p:cNvSpPr/>
          <p:nvPr/>
        </p:nvSpPr>
        <p:spPr>
          <a:xfrm>
            <a:off x="1694009" y="1520601"/>
            <a:ext cx="357458" cy="357495"/>
          </a:xfrm>
          <a:custGeom>
            <a:avLst/>
            <a:gdLst/>
            <a:ahLst/>
            <a:cxnLst/>
            <a:rect l="l" t="t" r="r" b="b"/>
            <a:pathLst>
              <a:path w="9773" h="9774" extrusionOk="0">
                <a:moveTo>
                  <a:pt x="9391" y="9773"/>
                </a:moveTo>
                <a:lnTo>
                  <a:pt x="382" y="9773"/>
                </a:lnTo>
                <a:cubicBezTo>
                  <a:pt x="171" y="9773"/>
                  <a:pt x="0" y="9602"/>
                  <a:pt x="0" y="9392"/>
                </a:cubicBezTo>
                <a:lnTo>
                  <a:pt x="0" y="383"/>
                </a:lnTo>
                <a:cubicBezTo>
                  <a:pt x="0" y="174"/>
                  <a:pt x="171" y="1"/>
                  <a:pt x="382" y="1"/>
                </a:cubicBezTo>
                <a:cubicBezTo>
                  <a:pt x="591" y="1"/>
                  <a:pt x="764" y="174"/>
                  <a:pt x="764" y="383"/>
                </a:cubicBezTo>
                <a:lnTo>
                  <a:pt x="764" y="9010"/>
                </a:lnTo>
                <a:lnTo>
                  <a:pt x="9391" y="9010"/>
                </a:lnTo>
                <a:cubicBezTo>
                  <a:pt x="9600" y="9010"/>
                  <a:pt x="9773" y="9182"/>
                  <a:pt x="9773" y="9392"/>
                </a:cubicBezTo>
                <a:cubicBezTo>
                  <a:pt x="9773" y="9602"/>
                  <a:pt x="9600" y="9773"/>
                  <a:pt x="9391" y="9773"/>
                </a:cubicBezTo>
                <a:close/>
                <a:moveTo>
                  <a:pt x="9009" y="1910"/>
                </a:moveTo>
                <a:cubicBezTo>
                  <a:pt x="9009" y="1700"/>
                  <a:pt x="8837" y="1528"/>
                  <a:pt x="8628" y="1528"/>
                </a:cubicBezTo>
                <a:cubicBezTo>
                  <a:pt x="8417" y="1528"/>
                  <a:pt x="8246" y="1357"/>
                  <a:pt x="8246" y="1146"/>
                </a:cubicBezTo>
                <a:cubicBezTo>
                  <a:pt x="8246" y="937"/>
                  <a:pt x="8417" y="764"/>
                  <a:pt x="8628" y="764"/>
                </a:cubicBezTo>
                <a:cubicBezTo>
                  <a:pt x="8837" y="764"/>
                  <a:pt x="9009" y="937"/>
                  <a:pt x="9009" y="1146"/>
                </a:cubicBezTo>
                <a:cubicBezTo>
                  <a:pt x="9009" y="1357"/>
                  <a:pt x="9180" y="1528"/>
                  <a:pt x="9391" y="1528"/>
                </a:cubicBezTo>
                <a:cubicBezTo>
                  <a:pt x="9600" y="1528"/>
                  <a:pt x="9773" y="1357"/>
                  <a:pt x="9773" y="1146"/>
                </a:cubicBezTo>
                <a:cubicBezTo>
                  <a:pt x="9773" y="514"/>
                  <a:pt x="9258" y="1"/>
                  <a:pt x="8628" y="1"/>
                </a:cubicBezTo>
                <a:cubicBezTo>
                  <a:pt x="7996" y="1"/>
                  <a:pt x="7482" y="514"/>
                  <a:pt x="7482" y="1146"/>
                </a:cubicBezTo>
                <a:cubicBezTo>
                  <a:pt x="7482" y="1778"/>
                  <a:pt x="7996" y="2291"/>
                  <a:pt x="8628" y="2291"/>
                </a:cubicBezTo>
                <a:cubicBezTo>
                  <a:pt x="8837" y="2291"/>
                  <a:pt x="9009" y="2122"/>
                  <a:pt x="9009" y="1910"/>
                </a:cubicBezTo>
                <a:close/>
                <a:moveTo>
                  <a:pt x="4009" y="5098"/>
                </a:moveTo>
                <a:cubicBezTo>
                  <a:pt x="4009" y="4887"/>
                  <a:pt x="3836" y="4716"/>
                  <a:pt x="3627" y="4716"/>
                </a:cubicBezTo>
                <a:cubicBezTo>
                  <a:pt x="3416" y="4716"/>
                  <a:pt x="3245" y="4544"/>
                  <a:pt x="3245" y="4334"/>
                </a:cubicBezTo>
                <a:cubicBezTo>
                  <a:pt x="3245" y="4124"/>
                  <a:pt x="3416" y="3953"/>
                  <a:pt x="3627" y="3953"/>
                </a:cubicBezTo>
                <a:cubicBezTo>
                  <a:pt x="3836" y="3953"/>
                  <a:pt x="4009" y="4124"/>
                  <a:pt x="4009" y="4334"/>
                </a:cubicBezTo>
                <a:cubicBezTo>
                  <a:pt x="4009" y="4544"/>
                  <a:pt x="4180" y="4716"/>
                  <a:pt x="4390" y="4716"/>
                </a:cubicBezTo>
                <a:cubicBezTo>
                  <a:pt x="4600" y="4716"/>
                  <a:pt x="4772" y="4544"/>
                  <a:pt x="4772" y="4334"/>
                </a:cubicBezTo>
                <a:cubicBezTo>
                  <a:pt x="4772" y="3702"/>
                  <a:pt x="4258" y="3189"/>
                  <a:pt x="3627" y="3189"/>
                </a:cubicBezTo>
                <a:cubicBezTo>
                  <a:pt x="2995" y="3189"/>
                  <a:pt x="2482" y="3702"/>
                  <a:pt x="2482" y="4334"/>
                </a:cubicBezTo>
                <a:cubicBezTo>
                  <a:pt x="2482" y="4967"/>
                  <a:pt x="2995" y="5480"/>
                  <a:pt x="3627" y="5480"/>
                </a:cubicBezTo>
                <a:cubicBezTo>
                  <a:pt x="3836" y="5480"/>
                  <a:pt x="4009" y="5310"/>
                  <a:pt x="4009" y="5098"/>
                </a:cubicBezTo>
                <a:close/>
                <a:moveTo>
                  <a:pt x="3054" y="7865"/>
                </a:moveTo>
                <a:cubicBezTo>
                  <a:pt x="3054" y="7656"/>
                  <a:pt x="2882" y="7483"/>
                  <a:pt x="2673" y="7483"/>
                </a:cubicBezTo>
                <a:cubicBezTo>
                  <a:pt x="2462" y="7483"/>
                  <a:pt x="2291" y="7312"/>
                  <a:pt x="2291" y="7101"/>
                </a:cubicBezTo>
                <a:cubicBezTo>
                  <a:pt x="2291" y="6892"/>
                  <a:pt x="2462" y="6720"/>
                  <a:pt x="2673" y="6720"/>
                </a:cubicBezTo>
                <a:cubicBezTo>
                  <a:pt x="2882" y="6720"/>
                  <a:pt x="3054" y="6892"/>
                  <a:pt x="3054" y="7101"/>
                </a:cubicBezTo>
                <a:cubicBezTo>
                  <a:pt x="3054" y="7312"/>
                  <a:pt x="3225" y="7483"/>
                  <a:pt x="3436" y="7483"/>
                </a:cubicBezTo>
                <a:cubicBezTo>
                  <a:pt x="3645" y="7483"/>
                  <a:pt x="3818" y="7312"/>
                  <a:pt x="3818" y="7101"/>
                </a:cubicBezTo>
                <a:cubicBezTo>
                  <a:pt x="3818" y="6469"/>
                  <a:pt x="3303" y="5956"/>
                  <a:pt x="2673" y="5956"/>
                </a:cubicBezTo>
                <a:cubicBezTo>
                  <a:pt x="2040" y="5956"/>
                  <a:pt x="1527" y="6469"/>
                  <a:pt x="1527" y="7101"/>
                </a:cubicBezTo>
                <a:cubicBezTo>
                  <a:pt x="1527" y="7733"/>
                  <a:pt x="2040" y="8246"/>
                  <a:pt x="2673" y="8246"/>
                </a:cubicBezTo>
                <a:cubicBezTo>
                  <a:pt x="2882" y="8246"/>
                  <a:pt x="3054" y="8077"/>
                  <a:pt x="3054" y="7865"/>
                </a:cubicBezTo>
                <a:close/>
                <a:moveTo>
                  <a:pt x="6050" y="7445"/>
                </a:moveTo>
                <a:cubicBezTo>
                  <a:pt x="6050" y="7236"/>
                  <a:pt x="5879" y="7063"/>
                  <a:pt x="5668" y="7063"/>
                </a:cubicBezTo>
                <a:cubicBezTo>
                  <a:pt x="5459" y="7063"/>
                  <a:pt x="5287" y="6892"/>
                  <a:pt x="5287" y="6681"/>
                </a:cubicBezTo>
                <a:cubicBezTo>
                  <a:pt x="5287" y="6472"/>
                  <a:pt x="5459" y="6300"/>
                  <a:pt x="5668" y="6300"/>
                </a:cubicBezTo>
                <a:cubicBezTo>
                  <a:pt x="5879" y="6300"/>
                  <a:pt x="6050" y="6472"/>
                  <a:pt x="6050" y="6681"/>
                </a:cubicBezTo>
                <a:cubicBezTo>
                  <a:pt x="6050" y="6892"/>
                  <a:pt x="6223" y="7063"/>
                  <a:pt x="6432" y="7063"/>
                </a:cubicBezTo>
                <a:cubicBezTo>
                  <a:pt x="6643" y="7063"/>
                  <a:pt x="6814" y="6892"/>
                  <a:pt x="6814" y="6681"/>
                </a:cubicBezTo>
                <a:cubicBezTo>
                  <a:pt x="6814" y="6049"/>
                  <a:pt x="6301" y="5536"/>
                  <a:pt x="5668" y="5536"/>
                </a:cubicBezTo>
                <a:cubicBezTo>
                  <a:pt x="5036" y="5536"/>
                  <a:pt x="4523" y="6049"/>
                  <a:pt x="4523" y="6681"/>
                </a:cubicBezTo>
                <a:cubicBezTo>
                  <a:pt x="4523" y="7314"/>
                  <a:pt x="5036" y="7827"/>
                  <a:pt x="5668" y="7827"/>
                </a:cubicBezTo>
                <a:cubicBezTo>
                  <a:pt x="5879" y="7827"/>
                  <a:pt x="6050" y="7657"/>
                  <a:pt x="6050" y="7445"/>
                </a:cubicBezTo>
                <a:close/>
                <a:moveTo>
                  <a:pt x="8150" y="5154"/>
                </a:moveTo>
                <a:cubicBezTo>
                  <a:pt x="8150" y="4945"/>
                  <a:pt x="7979" y="4773"/>
                  <a:pt x="7768" y="4773"/>
                </a:cubicBezTo>
                <a:cubicBezTo>
                  <a:pt x="7559" y="4773"/>
                  <a:pt x="7386" y="4602"/>
                  <a:pt x="7386" y="4391"/>
                </a:cubicBezTo>
                <a:cubicBezTo>
                  <a:pt x="7386" y="4182"/>
                  <a:pt x="7559" y="4009"/>
                  <a:pt x="7768" y="4009"/>
                </a:cubicBezTo>
                <a:cubicBezTo>
                  <a:pt x="7979" y="4009"/>
                  <a:pt x="8150" y="4182"/>
                  <a:pt x="8150" y="4391"/>
                </a:cubicBezTo>
                <a:cubicBezTo>
                  <a:pt x="8150" y="4602"/>
                  <a:pt x="8322" y="4773"/>
                  <a:pt x="8531" y="4773"/>
                </a:cubicBezTo>
                <a:cubicBezTo>
                  <a:pt x="8742" y="4773"/>
                  <a:pt x="8913" y="4602"/>
                  <a:pt x="8913" y="4391"/>
                </a:cubicBezTo>
                <a:cubicBezTo>
                  <a:pt x="8913" y="3759"/>
                  <a:pt x="8400" y="3246"/>
                  <a:pt x="7768" y="3246"/>
                </a:cubicBezTo>
                <a:cubicBezTo>
                  <a:pt x="7136" y="3246"/>
                  <a:pt x="6623" y="3759"/>
                  <a:pt x="6623" y="4391"/>
                </a:cubicBezTo>
                <a:cubicBezTo>
                  <a:pt x="6623" y="5023"/>
                  <a:pt x="7136" y="5536"/>
                  <a:pt x="7768" y="5536"/>
                </a:cubicBezTo>
                <a:cubicBezTo>
                  <a:pt x="7979" y="5536"/>
                  <a:pt x="8150" y="5367"/>
                  <a:pt x="8150" y="5154"/>
                </a:cubicBezTo>
                <a:close/>
                <a:moveTo>
                  <a:pt x="6050" y="2864"/>
                </a:moveTo>
                <a:cubicBezTo>
                  <a:pt x="6050" y="2655"/>
                  <a:pt x="5879" y="2482"/>
                  <a:pt x="5668" y="2482"/>
                </a:cubicBezTo>
                <a:cubicBezTo>
                  <a:pt x="5459" y="2482"/>
                  <a:pt x="5287" y="2311"/>
                  <a:pt x="5287" y="2101"/>
                </a:cubicBezTo>
                <a:cubicBezTo>
                  <a:pt x="5287" y="1891"/>
                  <a:pt x="5459" y="1719"/>
                  <a:pt x="5668" y="1719"/>
                </a:cubicBezTo>
                <a:cubicBezTo>
                  <a:pt x="5879" y="1719"/>
                  <a:pt x="6050" y="1891"/>
                  <a:pt x="6050" y="2101"/>
                </a:cubicBezTo>
                <a:cubicBezTo>
                  <a:pt x="6050" y="2311"/>
                  <a:pt x="6223" y="2482"/>
                  <a:pt x="6432" y="2482"/>
                </a:cubicBezTo>
                <a:cubicBezTo>
                  <a:pt x="6643" y="2482"/>
                  <a:pt x="6814" y="2311"/>
                  <a:pt x="6814" y="2101"/>
                </a:cubicBezTo>
                <a:cubicBezTo>
                  <a:pt x="6814" y="1468"/>
                  <a:pt x="6301" y="955"/>
                  <a:pt x="5668" y="955"/>
                </a:cubicBezTo>
                <a:cubicBezTo>
                  <a:pt x="5036" y="955"/>
                  <a:pt x="4523" y="1468"/>
                  <a:pt x="4523" y="2101"/>
                </a:cubicBezTo>
                <a:cubicBezTo>
                  <a:pt x="4523" y="2733"/>
                  <a:pt x="5036" y="3246"/>
                  <a:pt x="5668" y="3246"/>
                </a:cubicBezTo>
                <a:cubicBezTo>
                  <a:pt x="5879" y="3246"/>
                  <a:pt x="6050" y="3076"/>
                  <a:pt x="6050" y="286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54E844E-C8C6-0C67-C086-292924C5176A}"/>
              </a:ext>
            </a:extLst>
          </p:cNvPr>
          <p:cNvSpPr/>
          <p:nvPr/>
        </p:nvSpPr>
        <p:spPr>
          <a:xfrm>
            <a:off x="1555489" y="1403499"/>
            <a:ext cx="634499" cy="586663"/>
          </a:xfrm>
          <a:prstGeom prst="rect">
            <a:avLst/>
          </a:prstGeom>
          <a:noFill/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3FBF4D-735D-ECC4-14B3-D1DDD7DB785E}"/>
              </a:ext>
            </a:extLst>
          </p:cNvPr>
          <p:cNvSpPr/>
          <p:nvPr/>
        </p:nvSpPr>
        <p:spPr>
          <a:xfrm>
            <a:off x="4254738" y="1400779"/>
            <a:ext cx="634499" cy="586663"/>
          </a:xfrm>
          <a:prstGeom prst="rect">
            <a:avLst/>
          </a:prstGeom>
          <a:noFill/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8" name="Google Shape;1753;p64">
            <a:extLst>
              <a:ext uri="{FF2B5EF4-FFF2-40B4-BE49-F238E27FC236}">
                <a16:creationId xmlns:a16="http://schemas.microsoft.com/office/drawing/2014/main" id="{1D3BA974-AE85-FAC2-B045-A6DF05F68D95}"/>
              </a:ext>
            </a:extLst>
          </p:cNvPr>
          <p:cNvCxnSpPr>
            <a:cxnSpLocks/>
          </p:cNvCxnSpPr>
          <p:nvPr/>
        </p:nvCxnSpPr>
        <p:spPr>
          <a:xfrm>
            <a:off x="7265839" y="1990175"/>
            <a:ext cx="0" cy="1335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4AC8BECE-0D0F-D640-4401-DB1A0CC338F8}"/>
              </a:ext>
            </a:extLst>
          </p:cNvPr>
          <p:cNvSpPr/>
          <p:nvPr/>
        </p:nvSpPr>
        <p:spPr>
          <a:xfrm>
            <a:off x="6948589" y="1400779"/>
            <a:ext cx="634499" cy="586663"/>
          </a:xfrm>
          <a:prstGeom prst="rect">
            <a:avLst/>
          </a:prstGeom>
          <a:noFill/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Google Shape;1510;p55">
            <a:extLst>
              <a:ext uri="{FF2B5EF4-FFF2-40B4-BE49-F238E27FC236}">
                <a16:creationId xmlns:a16="http://schemas.microsoft.com/office/drawing/2014/main" id="{DB16C5E1-D71E-F587-3C6F-FC6EB25C52DC}"/>
              </a:ext>
            </a:extLst>
          </p:cNvPr>
          <p:cNvSpPr/>
          <p:nvPr/>
        </p:nvSpPr>
        <p:spPr>
          <a:xfrm>
            <a:off x="7063318" y="1491590"/>
            <a:ext cx="405040" cy="405040"/>
          </a:xfrm>
          <a:custGeom>
            <a:avLst/>
            <a:gdLst/>
            <a:ahLst/>
            <a:cxnLst/>
            <a:rect l="l" t="t" r="r" b="b"/>
            <a:pathLst>
              <a:path w="9773" h="9773" extrusionOk="0">
                <a:moveTo>
                  <a:pt x="9389" y="9009"/>
                </a:moveTo>
                <a:cubicBezTo>
                  <a:pt x="9110" y="9009"/>
                  <a:pt x="8694" y="8905"/>
                  <a:pt x="8296" y="8009"/>
                </a:cubicBezTo>
                <a:cubicBezTo>
                  <a:pt x="7981" y="7298"/>
                  <a:pt x="7772" y="6291"/>
                  <a:pt x="7595" y="5310"/>
                </a:cubicBezTo>
                <a:cubicBezTo>
                  <a:pt x="7557" y="5102"/>
                  <a:pt x="7358" y="4964"/>
                  <a:pt x="7149" y="5003"/>
                </a:cubicBezTo>
                <a:cubicBezTo>
                  <a:pt x="6964" y="5038"/>
                  <a:pt x="6835" y="5200"/>
                  <a:pt x="6836" y="5381"/>
                </a:cubicBezTo>
                <a:cubicBezTo>
                  <a:pt x="6833" y="5400"/>
                  <a:pt x="6832" y="5419"/>
                  <a:pt x="6832" y="5439"/>
                </a:cubicBezTo>
                <a:lnTo>
                  <a:pt x="6832" y="9009"/>
                </a:lnTo>
                <a:lnTo>
                  <a:pt x="6068" y="9009"/>
                </a:lnTo>
                <a:lnTo>
                  <a:pt x="6068" y="1900"/>
                </a:lnTo>
                <a:cubicBezTo>
                  <a:pt x="6248" y="2398"/>
                  <a:pt x="6389" y="3004"/>
                  <a:pt x="6506" y="3605"/>
                </a:cubicBezTo>
                <a:cubicBezTo>
                  <a:pt x="6546" y="3812"/>
                  <a:pt x="6749" y="3948"/>
                  <a:pt x="6955" y="3908"/>
                </a:cubicBezTo>
                <a:cubicBezTo>
                  <a:pt x="7161" y="3867"/>
                  <a:pt x="7297" y="3665"/>
                  <a:pt x="7256" y="3459"/>
                </a:cubicBezTo>
                <a:cubicBezTo>
                  <a:pt x="7114" y="2732"/>
                  <a:pt x="6905" y="1811"/>
                  <a:pt x="6575" y="1144"/>
                </a:cubicBezTo>
                <a:cubicBezTo>
                  <a:pt x="6199" y="385"/>
                  <a:pt x="5688" y="2"/>
                  <a:pt x="5057" y="2"/>
                </a:cubicBezTo>
                <a:cubicBezTo>
                  <a:pt x="4650" y="2"/>
                  <a:pt x="4285" y="164"/>
                  <a:pt x="3976" y="483"/>
                </a:cubicBezTo>
                <a:cubicBezTo>
                  <a:pt x="3727" y="739"/>
                  <a:pt x="3514" y="1095"/>
                  <a:pt x="3321" y="1575"/>
                </a:cubicBezTo>
                <a:cubicBezTo>
                  <a:pt x="2985" y="2411"/>
                  <a:pt x="2767" y="3480"/>
                  <a:pt x="2536" y="4613"/>
                </a:cubicBezTo>
                <a:cubicBezTo>
                  <a:pt x="2306" y="5743"/>
                  <a:pt x="2069" y="6911"/>
                  <a:pt x="1712" y="7763"/>
                </a:cubicBezTo>
                <a:cubicBezTo>
                  <a:pt x="1383" y="8551"/>
                  <a:pt x="1046" y="8847"/>
                  <a:pt x="763" y="8954"/>
                </a:cubicBezTo>
                <a:lnTo>
                  <a:pt x="763" y="382"/>
                </a:lnTo>
                <a:cubicBezTo>
                  <a:pt x="763" y="171"/>
                  <a:pt x="591" y="0"/>
                  <a:pt x="382" y="0"/>
                </a:cubicBezTo>
                <a:cubicBezTo>
                  <a:pt x="171" y="0"/>
                  <a:pt x="0" y="171"/>
                  <a:pt x="0" y="382"/>
                </a:cubicBezTo>
                <a:lnTo>
                  <a:pt x="0" y="9391"/>
                </a:lnTo>
                <a:cubicBezTo>
                  <a:pt x="0" y="9600"/>
                  <a:pt x="171" y="9773"/>
                  <a:pt x="382" y="9773"/>
                </a:cubicBezTo>
                <a:lnTo>
                  <a:pt x="9391" y="9773"/>
                </a:lnTo>
                <a:cubicBezTo>
                  <a:pt x="9600" y="9773"/>
                  <a:pt x="9772" y="9600"/>
                  <a:pt x="9772" y="9391"/>
                </a:cubicBezTo>
                <a:cubicBezTo>
                  <a:pt x="9772" y="9180"/>
                  <a:pt x="9600" y="9009"/>
                  <a:pt x="9389" y="9009"/>
                </a:cubicBezTo>
                <a:close/>
                <a:moveTo>
                  <a:pt x="7595" y="8310"/>
                </a:moveTo>
                <a:cubicBezTo>
                  <a:pt x="7597" y="8315"/>
                  <a:pt x="7597" y="8316"/>
                  <a:pt x="7598" y="8321"/>
                </a:cubicBezTo>
                <a:cubicBezTo>
                  <a:pt x="7719" y="8591"/>
                  <a:pt x="7849" y="8818"/>
                  <a:pt x="7989" y="9011"/>
                </a:cubicBezTo>
                <a:lnTo>
                  <a:pt x="7595" y="9011"/>
                </a:lnTo>
                <a:close/>
                <a:moveTo>
                  <a:pt x="5328" y="826"/>
                </a:moveTo>
                <a:cubicBezTo>
                  <a:pt x="5312" y="866"/>
                  <a:pt x="5305" y="910"/>
                  <a:pt x="5305" y="956"/>
                </a:cubicBezTo>
                <a:lnTo>
                  <a:pt x="5305" y="9011"/>
                </a:lnTo>
                <a:lnTo>
                  <a:pt x="4541" y="9011"/>
                </a:lnTo>
                <a:lnTo>
                  <a:pt x="4541" y="994"/>
                </a:lnTo>
                <a:cubicBezTo>
                  <a:pt x="4740" y="800"/>
                  <a:pt x="4917" y="765"/>
                  <a:pt x="5056" y="765"/>
                </a:cubicBezTo>
                <a:cubicBezTo>
                  <a:pt x="5153" y="764"/>
                  <a:pt x="5244" y="787"/>
                  <a:pt x="5328" y="826"/>
                </a:cubicBezTo>
                <a:close/>
                <a:moveTo>
                  <a:pt x="3778" y="2604"/>
                </a:moveTo>
                <a:lnTo>
                  <a:pt x="3778" y="9009"/>
                </a:lnTo>
                <a:lnTo>
                  <a:pt x="3014" y="9009"/>
                </a:lnTo>
                <a:lnTo>
                  <a:pt x="3014" y="6146"/>
                </a:lnTo>
                <a:cubicBezTo>
                  <a:pt x="3014" y="6119"/>
                  <a:pt x="3011" y="6094"/>
                  <a:pt x="3007" y="6070"/>
                </a:cubicBezTo>
                <a:cubicBezTo>
                  <a:pt x="3103" y="5641"/>
                  <a:pt x="3193" y="5200"/>
                  <a:pt x="3283" y="4764"/>
                </a:cubicBezTo>
                <a:cubicBezTo>
                  <a:pt x="3442" y="3992"/>
                  <a:pt x="3594" y="3247"/>
                  <a:pt x="3778" y="2604"/>
                </a:cubicBezTo>
                <a:close/>
                <a:moveTo>
                  <a:pt x="2251" y="9009"/>
                </a:moveTo>
                <a:lnTo>
                  <a:pt x="1880" y="9009"/>
                </a:lnTo>
                <a:cubicBezTo>
                  <a:pt x="2011" y="8841"/>
                  <a:pt x="2133" y="8643"/>
                  <a:pt x="2251" y="8415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1736;p64">
            <a:extLst>
              <a:ext uri="{FF2B5EF4-FFF2-40B4-BE49-F238E27FC236}">
                <a16:creationId xmlns:a16="http://schemas.microsoft.com/office/drawing/2014/main" id="{9B669744-123E-F74E-F11F-8F0451092D93}"/>
              </a:ext>
            </a:extLst>
          </p:cNvPr>
          <p:cNvSpPr txBox="1">
            <a:spLocks/>
          </p:cNvSpPr>
          <p:nvPr/>
        </p:nvSpPr>
        <p:spPr>
          <a:xfrm>
            <a:off x="719991" y="3838050"/>
            <a:ext cx="2305500" cy="765450"/>
          </a:xfrm>
          <a:prstGeom prst="rect">
            <a:avLst/>
          </a:prstGeom>
          <a:noFill/>
          <a:ln w="9525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 marL="0" indent="0"/>
            <a:r>
              <a:rPr lang="es-MX" b="1" dirty="0">
                <a:solidFill>
                  <a:schemeClr val="bg1"/>
                </a:solidFill>
              </a:rPr>
              <a:t>Utiliza </a:t>
            </a:r>
            <a:r>
              <a:rPr lang="es-MX" b="1" dirty="0" err="1">
                <a:solidFill>
                  <a:schemeClr val="bg1"/>
                </a:solidFill>
              </a:rPr>
              <a:t>IPs</a:t>
            </a:r>
            <a:r>
              <a:rPr lang="es-MX" b="1" dirty="0">
                <a:solidFill>
                  <a:schemeClr val="bg1"/>
                </a:solidFill>
              </a:rPr>
              <a:t> </a:t>
            </a:r>
            <a:r>
              <a:rPr lang="es-MX" b="1" dirty="0" err="1">
                <a:solidFill>
                  <a:schemeClr val="bg1"/>
                </a:solidFill>
              </a:rPr>
              <a:t>Multicast</a:t>
            </a:r>
            <a:r>
              <a:rPr lang="es-MX" b="1" dirty="0">
                <a:solidFill>
                  <a:schemeClr val="bg1"/>
                </a:solidFill>
              </a:rPr>
              <a:t> para enviar actualizaciones link-</a:t>
            </a:r>
            <a:r>
              <a:rPr lang="es-MX" b="1" dirty="0" err="1">
                <a:solidFill>
                  <a:schemeClr val="bg1"/>
                </a:solidFill>
              </a:rPr>
              <a:t>state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42" name="Google Shape;1738;p64">
            <a:extLst>
              <a:ext uri="{FF2B5EF4-FFF2-40B4-BE49-F238E27FC236}">
                <a16:creationId xmlns:a16="http://schemas.microsoft.com/office/drawing/2014/main" id="{7674AC0F-6548-4A34-6BA6-4014E1366AD9}"/>
              </a:ext>
            </a:extLst>
          </p:cNvPr>
          <p:cNvSpPr txBox="1">
            <a:spLocks/>
          </p:cNvSpPr>
          <p:nvPr/>
        </p:nvSpPr>
        <p:spPr>
          <a:xfrm>
            <a:off x="3419266" y="3856055"/>
            <a:ext cx="2305500" cy="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 marL="0" indent="0"/>
            <a:r>
              <a:rPr lang="es-AR" b="1" dirty="0">
                <a:solidFill>
                  <a:schemeClr val="bg1"/>
                </a:solidFill>
              </a:rPr>
              <a:t> Los </a:t>
            </a:r>
            <a:r>
              <a:rPr lang="es-AR" b="1" dirty="0" err="1">
                <a:solidFill>
                  <a:schemeClr val="bg1"/>
                </a:solidFill>
              </a:rPr>
              <a:t>Routers</a:t>
            </a:r>
            <a:r>
              <a:rPr lang="es-AR" b="1" dirty="0">
                <a:solidFill>
                  <a:schemeClr val="bg1"/>
                </a:solidFill>
              </a:rPr>
              <a:t> pueden dividirse en áreas</a:t>
            </a:r>
            <a:endParaRPr lang="es-AR" dirty="0"/>
          </a:p>
        </p:txBody>
      </p:sp>
      <p:sp>
        <p:nvSpPr>
          <p:cNvPr id="43" name="Google Shape;1744;p64">
            <a:extLst>
              <a:ext uri="{FF2B5EF4-FFF2-40B4-BE49-F238E27FC236}">
                <a16:creationId xmlns:a16="http://schemas.microsoft.com/office/drawing/2014/main" id="{4FC38D34-8AE9-106D-027C-5965B8BA7DFB}"/>
              </a:ext>
            </a:extLst>
          </p:cNvPr>
          <p:cNvSpPr txBox="1">
            <a:spLocks/>
          </p:cNvSpPr>
          <p:nvPr/>
        </p:nvSpPr>
        <p:spPr>
          <a:xfrm>
            <a:off x="5824166" y="3838049"/>
            <a:ext cx="2883343" cy="765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 marL="0" indent="0"/>
            <a:r>
              <a:rPr lang="es-AR" b="1" dirty="0">
                <a:solidFill>
                  <a:schemeClr val="bg1"/>
                </a:solidFill>
              </a:rPr>
              <a:t>Posibilidad de etiquetar y transferir rutas de otros dentro de un sistema independiente</a:t>
            </a:r>
          </a:p>
        </p:txBody>
      </p:sp>
      <p:cxnSp>
        <p:nvCxnSpPr>
          <p:cNvPr id="44" name="Google Shape;1749;p64">
            <a:extLst>
              <a:ext uri="{FF2B5EF4-FFF2-40B4-BE49-F238E27FC236}">
                <a16:creationId xmlns:a16="http://schemas.microsoft.com/office/drawing/2014/main" id="{BF901EF1-128C-04E4-4E41-B3575AD98DB6}"/>
              </a:ext>
            </a:extLst>
          </p:cNvPr>
          <p:cNvCxnSpPr>
            <a:cxnSpLocks/>
          </p:cNvCxnSpPr>
          <p:nvPr/>
        </p:nvCxnSpPr>
        <p:spPr>
          <a:xfrm>
            <a:off x="1872738" y="3704687"/>
            <a:ext cx="0" cy="1335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1753;p64">
            <a:extLst>
              <a:ext uri="{FF2B5EF4-FFF2-40B4-BE49-F238E27FC236}">
                <a16:creationId xmlns:a16="http://schemas.microsoft.com/office/drawing/2014/main" id="{B0EBB5DC-A34A-0688-11FF-0A156EC27B40}"/>
              </a:ext>
            </a:extLst>
          </p:cNvPr>
          <p:cNvCxnSpPr>
            <a:cxnSpLocks/>
          </p:cNvCxnSpPr>
          <p:nvPr/>
        </p:nvCxnSpPr>
        <p:spPr>
          <a:xfrm>
            <a:off x="4571988" y="3704700"/>
            <a:ext cx="0" cy="1335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C0F52835-FA22-00F5-3520-BD32807A9D9C}"/>
              </a:ext>
            </a:extLst>
          </p:cNvPr>
          <p:cNvSpPr/>
          <p:nvPr/>
        </p:nvSpPr>
        <p:spPr>
          <a:xfrm>
            <a:off x="1555489" y="3118024"/>
            <a:ext cx="634499" cy="586663"/>
          </a:xfrm>
          <a:prstGeom prst="rect">
            <a:avLst/>
          </a:prstGeom>
          <a:noFill/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36A29448-2546-EB88-218D-88987DF3EADF}"/>
              </a:ext>
            </a:extLst>
          </p:cNvPr>
          <p:cNvSpPr/>
          <p:nvPr/>
        </p:nvSpPr>
        <p:spPr>
          <a:xfrm>
            <a:off x="4254738" y="3115304"/>
            <a:ext cx="634499" cy="586663"/>
          </a:xfrm>
          <a:prstGeom prst="rect">
            <a:avLst/>
          </a:prstGeom>
          <a:noFill/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50" name="Google Shape;1753;p64">
            <a:extLst>
              <a:ext uri="{FF2B5EF4-FFF2-40B4-BE49-F238E27FC236}">
                <a16:creationId xmlns:a16="http://schemas.microsoft.com/office/drawing/2014/main" id="{1BE91180-FA86-5611-5C3A-A25913B9FCA6}"/>
              </a:ext>
            </a:extLst>
          </p:cNvPr>
          <p:cNvCxnSpPr>
            <a:cxnSpLocks/>
          </p:cNvCxnSpPr>
          <p:nvPr/>
        </p:nvCxnSpPr>
        <p:spPr>
          <a:xfrm>
            <a:off x="7265839" y="3704700"/>
            <a:ext cx="0" cy="1335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66264076-0B09-80AB-0153-B0AE7BFF175F}"/>
              </a:ext>
            </a:extLst>
          </p:cNvPr>
          <p:cNvSpPr/>
          <p:nvPr/>
        </p:nvSpPr>
        <p:spPr>
          <a:xfrm>
            <a:off x="6948589" y="3115304"/>
            <a:ext cx="634499" cy="586663"/>
          </a:xfrm>
          <a:prstGeom prst="rect">
            <a:avLst/>
          </a:prstGeom>
          <a:noFill/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3" name="Google Shape;1368;p48">
            <a:extLst>
              <a:ext uri="{FF2B5EF4-FFF2-40B4-BE49-F238E27FC236}">
                <a16:creationId xmlns:a16="http://schemas.microsoft.com/office/drawing/2014/main" id="{2357E9B8-8819-985B-7C64-9204E7A2FC67}"/>
              </a:ext>
            </a:extLst>
          </p:cNvPr>
          <p:cNvSpPr/>
          <p:nvPr/>
        </p:nvSpPr>
        <p:spPr>
          <a:xfrm>
            <a:off x="7082676" y="3227613"/>
            <a:ext cx="366321" cy="360455"/>
          </a:xfrm>
          <a:custGeom>
            <a:avLst/>
            <a:gdLst/>
            <a:ahLst/>
            <a:cxnLst/>
            <a:rect l="l" t="t" r="r" b="b"/>
            <a:pathLst>
              <a:path w="9917" h="9759" extrusionOk="0">
                <a:moveTo>
                  <a:pt x="5776" y="5261"/>
                </a:moveTo>
                <a:cubicBezTo>
                  <a:pt x="5985" y="5261"/>
                  <a:pt x="6157" y="5092"/>
                  <a:pt x="6157" y="4880"/>
                </a:cubicBezTo>
                <a:cubicBezTo>
                  <a:pt x="6157" y="4670"/>
                  <a:pt x="5986" y="4498"/>
                  <a:pt x="5776" y="4498"/>
                </a:cubicBezTo>
                <a:lnTo>
                  <a:pt x="5261" y="4498"/>
                </a:lnTo>
                <a:lnTo>
                  <a:pt x="5261" y="2988"/>
                </a:lnTo>
                <a:cubicBezTo>
                  <a:pt x="5689" y="2977"/>
                  <a:pt x="6105" y="2945"/>
                  <a:pt x="6502" y="2894"/>
                </a:cubicBezTo>
                <a:cubicBezTo>
                  <a:pt x="6602" y="3270"/>
                  <a:pt x="6673" y="3681"/>
                  <a:pt x="6712" y="4115"/>
                </a:cubicBezTo>
                <a:cubicBezTo>
                  <a:pt x="6732" y="4324"/>
                  <a:pt x="6916" y="4479"/>
                  <a:pt x="7125" y="4460"/>
                </a:cubicBezTo>
                <a:cubicBezTo>
                  <a:pt x="7336" y="4441"/>
                  <a:pt x="7490" y="4255"/>
                  <a:pt x="7472" y="4046"/>
                </a:cubicBezTo>
                <a:cubicBezTo>
                  <a:pt x="7431" y="3601"/>
                  <a:pt x="7359" y="3174"/>
                  <a:pt x="7258" y="2771"/>
                </a:cubicBezTo>
                <a:cubicBezTo>
                  <a:pt x="7620" y="2698"/>
                  <a:pt x="7956" y="2606"/>
                  <a:pt x="8254" y="2502"/>
                </a:cubicBezTo>
                <a:cubicBezTo>
                  <a:pt x="8732" y="3174"/>
                  <a:pt x="9011" y="3994"/>
                  <a:pt x="9011" y="4880"/>
                </a:cubicBezTo>
                <a:cubicBezTo>
                  <a:pt x="9011" y="5055"/>
                  <a:pt x="9001" y="5231"/>
                  <a:pt x="8979" y="5403"/>
                </a:cubicBezTo>
                <a:cubicBezTo>
                  <a:pt x="8953" y="5611"/>
                  <a:pt x="9101" y="5802"/>
                  <a:pt x="9309" y="5828"/>
                </a:cubicBezTo>
                <a:cubicBezTo>
                  <a:pt x="9327" y="5831"/>
                  <a:pt x="9343" y="5832"/>
                  <a:pt x="9358" y="5832"/>
                </a:cubicBezTo>
                <a:cubicBezTo>
                  <a:pt x="9546" y="5832"/>
                  <a:pt x="9711" y="5690"/>
                  <a:pt x="9735" y="5498"/>
                </a:cubicBezTo>
                <a:cubicBezTo>
                  <a:pt x="9762" y="5293"/>
                  <a:pt x="9773" y="5086"/>
                  <a:pt x="9773" y="4878"/>
                </a:cubicBezTo>
                <a:cubicBezTo>
                  <a:pt x="9773" y="3575"/>
                  <a:pt x="9266" y="2351"/>
                  <a:pt x="8345" y="1429"/>
                </a:cubicBezTo>
                <a:cubicBezTo>
                  <a:pt x="7423" y="506"/>
                  <a:pt x="6200" y="1"/>
                  <a:pt x="4898" y="1"/>
                </a:cubicBezTo>
                <a:lnTo>
                  <a:pt x="4892" y="1"/>
                </a:lnTo>
                <a:lnTo>
                  <a:pt x="4878" y="1"/>
                </a:lnTo>
                <a:cubicBezTo>
                  <a:pt x="3577" y="1"/>
                  <a:pt x="2351" y="509"/>
                  <a:pt x="1428" y="1429"/>
                </a:cubicBezTo>
                <a:cubicBezTo>
                  <a:pt x="508" y="2351"/>
                  <a:pt x="1" y="3574"/>
                  <a:pt x="1" y="4878"/>
                </a:cubicBezTo>
                <a:cubicBezTo>
                  <a:pt x="1" y="6180"/>
                  <a:pt x="509" y="7405"/>
                  <a:pt x="1428" y="8327"/>
                </a:cubicBezTo>
                <a:cubicBezTo>
                  <a:pt x="2351" y="9248"/>
                  <a:pt x="3574" y="9755"/>
                  <a:pt x="4878" y="9755"/>
                </a:cubicBezTo>
                <a:lnTo>
                  <a:pt x="4892" y="9755"/>
                </a:lnTo>
                <a:lnTo>
                  <a:pt x="4898" y="9755"/>
                </a:lnTo>
                <a:cubicBezTo>
                  <a:pt x="5182" y="9755"/>
                  <a:pt x="5466" y="9729"/>
                  <a:pt x="5745" y="9682"/>
                </a:cubicBezTo>
                <a:cubicBezTo>
                  <a:pt x="5953" y="9645"/>
                  <a:pt x="6090" y="9450"/>
                  <a:pt x="6054" y="9240"/>
                </a:cubicBezTo>
                <a:cubicBezTo>
                  <a:pt x="6052" y="9225"/>
                  <a:pt x="6047" y="9213"/>
                  <a:pt x="6043" y="9196"/>
                </a:cubicBezTo>
                <a:cubicBezTo>
                  <a:pt x="6076" y="9082"/>
                  <a:pt x="6058" y="8955"/>
                  <a:pt x="5977" y="8853"/>
                </a:cubicBezTo>
                <a:cubicBezTo>
                  <a:pt x="5847" y="8688"/>
                  <a:pt x="5609" y="8659"/>
                  <a:pt x="5443" y="8788"/>
                </a:cubicBezTo>
                <a:cubicBezTo>
                  <a:pt x="5382" y="8836"/>
                  <a:pt x="5321" y="8876"/>
                  <a:pt x="5258" y="8906"/>
                </a:cubicBezTo>
                <a:lnTo>
                  <a:pt x="5258" y="7513"/>
                </a:lnTo>
                <a:cubicBezTo>
                  <a:pt x="5379" y="7517"/>
                  <a:pt x="5498" y="7521"/>
                  <a:pt x="5617" y="7529"/>
                </a:cubicBezTo>
                <a:cubicBezTo>
                  <a:pt x="5826" y="7539"/>
                  <a:pt x="6006" y="7379"/>
                  <a:pt x="6020" y="7170"/>
                </a:cubicBezTo>
                <a:cubicBezTo>
                  <a:pt x="6031" y="6959"/>
                  <a:pt x="5870" y="6781"/>
                  <a:pt x="5661" y="6767"/>
                </a:cubicBezTo>
                <a:cubicBezTo>
                  <a:pt x="5527" y="6759"/>
                  <a:pt x="5394" y="6753"/>
                  <a:pt x="5258" y="6750"/>
                </a:cubicBezTo>
                <a:lnTo>
                  <a:pt x="5258" y="5260"/>
                </a:lnTo>
                <a:close/>
                <a:moveTo>
                  <a:pt x="3629" y="7889"/>
                </a:moveTo>
                <a:cubicBezTo>
                  <a:pt x="3581" y="7793"/>
                  <a:pt x="3534" y="7691"/>
                  <a:pt x="3493" y="7587"/>
                </a:cubicBezTo>
                <a:cubicBezTo>
                  <a:pt x="3815" y="7550"/>
                  <a:pt x="4152" y="7526"/>
                  <a:pt x="4498" y="7515"/>
                </a:cubicBezTo>
                <a:lnTo>
                  <a:pt x="4498" y="8900"/>
                </a:lnTo>
                <a:cubicBezTo>
                  <a:pt x="4185" y="8740"/>
                  <a:pt x="3882" y="8390"/>
                  <a:pt x="3629" y="7889"/>
                </a:cubicBezTo>
                <a:close/>
                <a:moveTo>
                  <a:pt x="2948" y="8230"/>
                </a:moveTo>
                <a:cubicBezTo>
                  <a:pt x="3018" y="8370"/>
                  <a:pt x="3093" y="8500"/>
                  <a:pt x="3169" y="8622"/>
                </a:cubicBezTo>
                <a:cubicBezTo>
                  <a:pt x="2754" y="8431"/>
                  <a:pt x="2375" y="8175"/>
                  <a:pt x="2047" y="7863"/>
                </a:cubicBezTo>
                <a:cubicBezTo>
                  <a:pt x="2254" y="7802"/>
                  <a:pt x="2480" y="7749"/>
                  <a:pt x="2719" y="7700"/>
                </a:cubicBezTo>
                <a:cubicBezTo>
                  <a:pt x="2789" y="7886"/>
                  <a:pt x="2865" y="8063"/>
                  <a:pt x="2948" y="8230"/>
                </a:cubicBezTo>
                <a:close/>
                <a:moveTo>
                  <a:pt x="1509" y="7237"/>
                </a:moveTo>
                <a:cubicBezTo>
                  <a:pt x="1108" y="6666"/>
                  <a:pt x="851" y="5990"/>
                  <a:pt x="783" y="5260"/>
                </a:cubicBezTo>
                <a:lnTo>
                  <a:pt x="2258" y="5260"/>
                </a:lnTo>
                <a:cubicBezTo>
                  <a:pt x="2282" y="5858"/>
                  <a:pt x="2363" y="6437"/>
                  <a:pt x="2494" y="6970"/>
                </a:cubicBezTo>
                <a:cubicBezTo>
                  <a:pt x="2137" y="7045"/>
                  <a:pt x="1806" y="7133"/>
                  <a:pt x="1509" y="7237"/>
                </a:cubicBezTo>
                <a:close/>
                <a:moveTo>
                  <a:pt x="1518" y="2507"/>
                </a:moveTo>
                <a:cubicBezTo>
                  <a:pt x="1813" y="2610"/>
                  <a:pt x="2143" y="2698"/>
                  <a:pt x="2500" y="2771"/>
                </a:cubicBezTo>
                <a:cubicBezTo>
                  <a:pt x="2364" y="3308"/>
                  <a:pt x="2282" y="3893"/>
                  <a:pt x="2258" y="4499"/>
                </a:cubicBezTo>
                <a:lnTo>
                  <a:pt x="783" y="4499"/>
                </a:lnTo>
                <a:cubicBezTo>
                  <a:pt x="851" y="3763"/>
                  <a:pt x="1114" y="3082"/>
                  <a:pt x="1518" y="2507"/>
                </a:cubicBezTo>
                <a:close/>
                <a:moveTo>
                  <a:pt x="4498" y="2227"/>
                </a:moveTo>
                <a:cubicBezTo>
                  <a:pt x="4156" y="2217"/>
                  <a:pt x="3820" y="2192"/>
                  <a:pt x="3499" y="2155"/>
                </a:cubicBezTo>
                <a:cubicBezTo>
                  <a:pt x="3540" y="2056"/>
                  <a:pt x="3583" y="1963"/>
                  <a:pt x="3629" y="1871"/>
                </a:cubicBezTo>
                <a:cubicBezTo>
                  <a:pt x="3879" y="1369"/>
                  <a:pt x="4183" y="1022"/>
                  <a:pt x="4498" y="862"/>
                </a:cubicBezTo>
                <a:close/>
                <a:moveTo>
                  <a:pt x="2948" y="1532"/>
                </a:moveTo>
                <a:cubicBezTo>
                  <a:pt x="2868" y="1693"/>
                  <a:pt x="2794" y="1862"/>
                  <a:pt x="2726" y="2041"/>
                </a:cubicBezTo>
                <a:cubicBezTo>
                  <a:pt x="2493" y="1995"/>
                  <a:pt x="2271" y="1945"/>
                  <a:pt x="2065" y="1884"/>
                </a:cubicBezTo>
                <a:cubicBezTo>
                  <a:pt x="2389" y="1578"/>
                  <a:pt x="2761" y="1326"/>
                  <a:pt x="3172" y="1138"/>
                </a:cubicBezTo>
                <a:cubicBezTo>
                  <a:pt x="3093" y="1259"/>
                  <a:pt x="3018" y="1390"/>
                  <a:pt x="2948" y="1532"/>
                </a:cubicBezTo>
                <a:close/>
                <a:moveTo>
                  <a:pt x="3253" y="2894"/>
                </a:moveTo>
                <a:cubicBezTo>
                  <a:pt x="3653" y="2946"/>
                  <a:pt x="4070" y="2977"/>
                  <a:pt x="4498" y="2991"/>
                </a:cubicBezTo>
                <a:lnTo>
                  <a:pt x="4498" y="4499"/>
                </a:lnTo>
                <a:lnTo>
                  <a:pt x="3021" y="4499"/>
                </a:lnTo>
                <a:cubicBezTo>
                  <a:pt x="3045" y="3931"/>
                  <a:pt x="3126" y="3388"/>
                  <a:pt x="3253" y="2894"/>
                </a:cubicBezTo>
                <a:close/>
                <a:moveTo>
                  <a:pt x="5260" y="2227"/>
                </a:moveTo>
                <a:lnTo>
                  <a:pt x="5260" y="862"/>
                </a:lnTo>
                <a:cubicBezTo>
                  <a:pt x="5640" y="1053"/>
                  <a:pt x="5991" y="1519"/>
                  <a:pt x="6254" y="2158"/>
                </a:cubicBezTo>
                <a:cubicBezTo>
                  <a:pt x="5936" y="2194"/>
                  <a:pt x="5602" y="2217"/>
                  <a:pt x="5260" y="2227"/>
                </a:cubicBezTo>
                <a:close/>
                <a:moveTo>
                  <a:pt x="6657" y="1251"/>
                </a:moveTo>
                <a:cubicBezTo>
                  <a:pt x="6632" y="1207"/>
                  <a:pt x="6605" y="1168"/>
                  <a:pt x="6579" y="1125"/>
                </a:cubicBezTo>
                <a:cubicBezTo>
                  <a:pt x="6997" y="1313"/>
                  <a:pt x="7379" y="1568"/>
                  <a:pt x="7709" y="1879"/>
                </a:cubicBezTo>
                <a:cubicBezTo>
                  <a:pt x="7498" y="1940"/>
                  <a:pt x="7272" y="1995"/>
                  <a:pt x="7031" y="2041"/>
                </a:cubicBezTo>
                <a:cubicBezTo>
                  <a:pt x="6922" y="1754"/>
                  <a:pt x="6796" y="1487"/>
                  <a:pt x="6657" y="1251"/>
                </a:cubicBezTo>
                <a:close/>
                <a:moveTo>
                  <a:pt x="4498" y="6752"/>
                </a:moveTo>
                <a:cubicBezTo>
                  <a:pt x="4069" y="6764"/>
                  <a:pt x="3649" y="6796"/>
                  <a:pt x="3250" y="6848"/>
                </a:cubicBezTo>
                <a:cubicBezTo>
                  <a:pt x="3123" y="6359"/>
                  <a:pt x="3045" y="5823"/>
                  <a:pt x="3021" y="5261"/>
                </a:cubicBezTo>
                <a:lnTo>
                  <a:pt x="4498" y="5261"/>
                </a:lnTo>
                <a:close/>
                <a:moveTo>
                  <a:pt x="9581" y="7042"/>
                </a:moveTo>
                <a:lnTo>
                  <a:pt x="7532" y="5400"/>
                </a:lnTo>
                <a:cubicBezTo>
                  <a:pt x="7428" y="5319"/>
                  <a:pt x="7310" y="5281"/>
                  <a:pt x="7193" y="5281"/>
                </a:cubicBezTo>
                <a:cubicBezTo>
                  <a:pt x="6915" y="5281"/>
                  <a:pt x="6651" y="5498"/>
                  <a:pt x="6651" y="5816"/>
                </a:cubicBezTo>
                <a:lnTo>
                  <a:pt x="6651" y="8535"/>
                </a:lnTo>
                <a:cubicBezTo>
                  <a:pt x="6651" y="8843"/>
                  <a:pt x="6907" y="9053"/>
                  <a:pt x="7176" y="9053"/>
                </a:cubicBezTo>
                <a:cubicBezTo>
                  <a:pt x="7298" y="9053"/>
                  <a:pt x="7425" y="9008"/>
                  <a:pt x="7529" y="8912"/>
                </a:cubicBezTo>
                <a:lnTo>
                  <a:pt x="8013" y="8468"/>
                </a:lnTo>
                <a:lnTo>
                  <a:pt x="8536" y="9544"/>
                </a:lnTo>
                <a:cubicBezTo>
                  <a:pt x="8604" y="9680"/>
                  <a:pt x="8739" y="9758"/>
                  <a:pt x="8878" y="9758"/>
                </a:cubicBezTo>
                <a:cubicBezTo>
                  <a:pt x="8933" y="9758"/>
                  <a:pt x="8991" y="9744"/>
                  <a:pt x="9045" y="9720"/>
                </a:cubicBezTo>
                <a:cubicBezTo>
                  <a:pt x="9234" y="9628"/>
                  <a:pt x="9312" y="9399"/>
                  <a:pt x="9220" y="9210"/>
                </a:cubicBezTo>
                <a:lnTo>
                  <a:pt x="8697" y="8138"/>
                </a:lnTo>
                <a:lnTo>
                  <a:pt x="8831" y="8074"/>
                </a:lnTo>
                <a:lnTo>
                  <a:pt x="9375" y="7944"/>
                </a:lnTo>
                <a:cubicBezTo>
                  <a:pt x="9795" y="7842"/>
                  <a:pt x="9917" y="7309"/>
                  <a:pt x="9581" y="7042"/>
                </a:cubicBezTo>
                <a:close/>
                <a:moveTo>
                  <a:pt x="8655" y="7332"/>
                </a:moveTo>
                <a:cubicBezTo>
                  <a:pt x="8604" y="7344"/>
                  <a:pt x="8553" y="7361"/>
                  <a:pt x="8509" y="7384"/>
                </a:cubicBezTo>
                <a:lnTo>
                  <a:pt x="7704" y="7764"/>
                </a:lnTo>
                <a:cubicBezTo>
                  <a:pt x="7634" y="7796"/>
                  <a:pt x="7571" y="7840"/>
                  <a:pt x="7513" y="7891"/>
                </a:cubicBezTo>
                <a:lnTo>
                  <a:pt x="7414" y="7984"/>
                </a:lnTo>
                <a:lnTo>
                  <a:pt x="7414" y="6281"/>
                </a:lnTo>
                <a:lnTo>
                  <a:pt x="8710" y="7320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2024;p76">
            <a:extLst>
              <a:ext uri="{FF2B5EF4-FFF2-40B4-BE49-F238E27FC236}">
                <a16:creationId xmlns:a16="http://schemas.microsoft.com/office/drawing/2014/main" id="{480972FB-1FE6-D13A-FFA0-C5A2CEB4167F}"/>
              </a:ext>
            </a:extLst>
          </p:cNvPr>
          <p:cNvSpPr/>
          <p:nvPr/>
        </p:nvSpPr>
        <p:spPr>
          <a:xfrm>
            <a:off x="4392100" y="3227613"/>
            <a:ext cx="364039" cy="364157"/>
          </a:xfrm>
          <a:custGeom>
            <a:avLst/>
            <a:gdLst/>
            <a:ahLst/>
            <a:cxnLst/>
            <a:rect l="l" t="t" r="r" b="b"/>
            <a:pathLst>
              <a:path w="9310" h="9313" extrusionOk="0">
                <a:moveTo>
                  <a:pt x="2546" y="4655"/>
                </a:moveTo>
                <a:cubicBezTo>
                  <a:pt x="2546" y="4854"/>
                  <a:pt x="2383" y="5019"/>
                  <a:pt x="2182" y="5019"/>
                </a:cubicBezTo>
                <a:cubicBezTo>
                  <a:pt x="1983" y="5019"/>
                  <a:pt x="1818" y="4854"/>
                  <a:pt x="1818" y="4655"/>
                </a:cubicBezTo>
                <a:cubicBezTo>
                  <a:pt x="1818" y="4356"/>
                  <a:pt x="1574" y="4110"/>
                  <a:pt x="1273" y="4110"/>
                </a:cubicBezTo>
                <a:cubicBezTo>
                  <a:pt x="973" y="4110"/>
                  <a:pt x="728" y="4356"/>
                  <a:pt x="728" y="4655"/>
                </a:cubicBezTo>
                <a:cubicBezTo>
                  <a:pt x="728" y="4955"/>
                  <a:pt x="973" y="5201"/>
                  <a:pt x="1273" y="5201"/>
                </a:cubicBezTo>
                <a:cubicBezTo>
                  <a:pt x="1474" y="5201"/>
                  <a:pt x="1637" y="5364"/>
                  <a:pt x="1637" y="5564"/>
                </a:cubicBezTo>
                <a:cubicBezTo>
                  <a:pt x="1637" y="5764"/>
                  <a:pt x="1474" y="5928"/>
                  <a:pt x="1273" y="5928"/>
                </a:cubicBezTo>
                <a:cubicBezTo>
                  <a:pt x="572" y="5928"/>
                  <a:pt x="0" y="5356"/>
                  <a:pt x="0" y="4655"/>
                </a:cubicBezTo>
                <a:cubicBezTo>
                  <a:pt x="0" y="3953"/>
                  <a:pt x="572" y="3382"/>
                  <a:pt x="1273" y="3382"/>
                </a:cubicBezTo>
                <a:cubicBezTo>
                  <a:pt x="1976" y="3382"/>
                  <a:pt x="2546" y="3953"/>
                  <a:pt x="2546" y="4655"/>
                </a:cubicBezTo>
                <a:close/>
                <a:moveTo>
                  <a:pt x="4655" y="2546"/>
                </a:moveTo>
                <a:cubicBezTo>
                  <a:pt x="4856" y="2546"/>
                  <a:pt x="5019" y="2382"/>
                  <a:pt x="5019" y="2182"/>
                </a:cubicBezTo>
                <a:cubicBezTo>
                  <a:pt x="5019" y="1982"/>
                  <a:pt x="4856" y="1819"/>
                  <a:pt x="4655" y="1819"/>
                </a:cubicBezTo>
                <a:cubicBezTo>
                  <a:pt x="4355" y="1819"/>
                  <a:pt x="4109" y="1573"/>
                  <a:pt x="4109" y="1273"/>
                </a:cubicBezTo>
                <a:cubicBezTo>
                  <a:pt x="4109" y="974"/>
                  <a:pt x="4355" y="728"/>
                  <a:pt x="4655" y="728"/>
                </a:cubicBezTo>
                <a:cubicBezTo>
                  <a:pt x="4956" y="728"/>
                  <a:pt x="5200" y="974"/>
                  <a:pt x="5200" y="1273"/>
                </a:cubicBezTo>
                <a:cubicBezTo>
                  <a:pt x="5200" y="1473"/>
                  <a:pt x="5365" y="1637"/>
                  <a:pt x="5564" y="1637"/>
                </a:cubicBezTo>
                <a:cubicBezTo>
                  <a:pt x="5765" y="1637"/>
                  <a:pt x="5928" y="1473"/>
                  <a:pt x="5928" y="1273"/>
                </a:cubicBezTo>
                <a:cubicBezTo>
                  <a:pt x="5928" y="571"/>
                  <a:pt x="5358" y="0"/>
                  <a:pt x="4655" y="0"/>
                </a:cubicBezTo>
                <a:cubicBezTo>
                  <a:pt x="3954" y="0"/>
                  <a:pt x="3382" y="571"/>
                  <a:pt x="3382" y="1273"/>
                </a:cubicBezTo>
                <a:cubicBezTo>
                  <a:pt x="3382" y="1974"/>
                  <a:pt x="3954" y="2546"/>
                  <a:pt x="4655" y="2546"/>
                </a:cubicBezTo>
                <a:close/>
                <a:moveTo>
                  <a:pt x="8037" y="4110"/>
                </a:moveTo>
                <a:cubicBezTo>
                  <a:pt x="8338" y="4110"/>
                  <a:pt x="8582" y="4356"/>
                  <a:pt x="8582" y="4655"/>
                </a:cubicBezTo>
                <a:cubicBezTo>
                  <a:pt x="8582" y="4854"/>
                  <a:pt x="8747" y="5019"/>
                  <a:pt x="8946" y="5019"/>
                </a:cubicBezTo>
                <a:cubicBezTo>
                  <a:pt x="9147" y="5019"/>
                  <a:pt x="9310" y="4854"/>
                  <a:pt x="9310" y="4655"/>
                </a:cubicBezTo>
                <a:cubicBezTo>
                  <a:pt x="9310" y="3953"/>
                  <a:pt x="8739" y="3382"/>
                  <a:pt x="8037" y="3382"/>
                </a:cubicBezTo>
                <a:cubicBezTo>
                  <a:pt x="7336" y="3382"/>
                  <a:pt x="6764" y="3953"/>
                  <a:pt x="6764" y="4655"/>
                </a:cubicBezTo>
                <a:cubicBezTo>
                  <a:pt x="6764" y="5230"/>
                  <a:pt x="7148" y="5717"/>
                  <a:pt x="7673" y="5876"/>
                </a:cubicBezTo>
                <a:lnTo>
                  <a:pt x="7673" y="6818"/>
                </a:lnTo>
                <a:cubicBezTo>
                  <a:pt x="7265" y="6940"/>
                  <a:pt x="6942" y="7265"/>
                  <a:pt x="6818" y="7675"/>
                </a:cubicBezTo>
                <a:lnTo>
                  <a:pt x="5874" y="7675"/>
                </a:lnTo>
                <a:cubicBezTo>
                  <a:pt x="5752" y="7266"/>
                  <a:pt x="5429" y="6942"/>
                  <a:pt x="5017" y="6818"/>
                </a:cubicBezTo>
                <a:lnTo>
                  <a:pt x="5017" y="5585"/>
                </a:lnTo>
                <a:lnTo>
                  <a:pt x="5017" y="5574"/>
                </a:lnTo>
                <a:lnTo>
                  <a:pt x="5017" y="5566"/>
                </a:lnTo>
                <a:cubicBezTo>
                  <a:pt x="5017" y="5366"/>
                  <a:pt x="4854" y="5202"/>
                  <a:pt x="4653" y="5202"/>
                </a:cubicBezTo>
                <a:cubicBezTo>
                  <a:pt x="4354" y="5202"/>
                  <a:pt x="4108" y="4956"/>
                  <a:pt x="4108" y="4657"/>
                </a:cubicBezTo>
                <a:cubicBezTo>
                  <a:pt x="4108" y="4357"/>
                  <a:pt x="4354" y="4111"/>
                  <a:pt x="4653" y="4111"/>
                </a:cubicBezTo>
                <a:cubicBezTo>
                  <a:pt x="4953" y="4111"/>
                  <a:pt x="5199" y="4357"/>
                  <a:pt x="5199" y="4657"/>
                </a:cubicBezTo>
                <a:cubicBezTo>
                  <a:pt x="5199" y="4857"/>
                  <a:pt x="5363" y="5020"/>
                  <a:pt x="5563" y="5020"/>
                </a:cubicBezTo>
                <a:cubicBezTo>
                  <a:pt x="5763" y="5020"/>
                  <a:pt x="5926" y="4857"/>
                  <a:pt x="5926" y="4657"/>
                </a:cubicBezTo>
                <a:cubicBezTo>
                  <a:pt x="5926" y="3956"/>
                  <a:pt x="5356" y="3384"/>
                  <a:pt x="4653" y="3384"/>
                </a:cubicBezTo>
                <a:cubicBezTo>
                  <a:pt x="4435" y="3384"/>
                  <a:pt x="4229" y="3441"/>
                  <a:pt x="4048" y="3537"/>
                </a:cubicBezTo>
                <a:lnTo>
                  <a:pt x="2873" y="2363"/>
                </a:lnTo>
                <a:cubicBezTo>
                  <a:pt x="2732" y="2220"/>
                  <a:pt x="2501" y="2220"/>
                  <a:pt x="2360" y="2363"/>
                </a:cubicBezTo>
                <a:cubicBezTo>
                  <a:pt x="2217" y="2504"/>
                  <a:pt x="2217" y="2735"/>
                  <a:pt x="2360" y="2876"/>
                </a:cubicBezTo>
                <a:lnTo>
                  <a:pt x="3533" y="4052"/>
                </a:lnTo>
                <a:cubicBezTo>
                  <a:pt x="3436" y="4232"/>
                  <a:pt x="3381" y="4437"/>
                  <a:pt x="3381" y="4657"/>
                </a:cubicBezTo>
                <a:cubicBezTo>
                  <a:pt x="3381" y="5231"/>
                  <a:pt x="3765" y="5718"/>
                  <a:pt x="4290" y="5877"/>
                </a:cubicBezTo>
                <a:lnTo>
                  <a:pt x="4290" y="6821"/>
                </a:lnTo>
                <a:cubicBezTo>
                  <a:pt x="3765" y="6977"/>
                  <a:pt x="3381" y="7464"/>
                  <a:pt x="3381" y="8040"/>
                </a:cubicBezTo>
                <a:cubicBezTo>
                  <a:pt x="3381" y="8743"/>
                  <a:pt x="3952" y="9313"/>
                  <a:pt x="4653" y="9313"/>
                </a:cubicBezTo>
                <a:cubicBezTo>
                  <a:pt x="4854" y="9313"/>
                  <a:pt x="5017" y="9150"/>
                  <a:pt x="5017" y="8949"/>
                </a:cubicBezTo>
                <a:cubicBezTo>
                  <a:pt x="5017" y="8750"/>
                  <a:pt x="4854" y="8586"/>
                  <a:pt x="4653" y="8586"/>
                </a:cubicBezTo>
                <a:cubicBezTo>
                  <a:pt x="4354" y="8586"/>
                  <a:pt x="4108" y="8341"/>
                  <a:pt x="4108" y="8040"/>
                </a:cubicBezTo>
                <a:cubicBezTo>
                  <a:pt x="4108" y="7740"/>
                  <a:pt x="4354" y="7495"/>
                  <a:pt x="4653" y="7495"/>
                </a:cubicBezTo>
                <a:cubicBezTo>
                  <a:pt x="4953" y="7495"/>
                  <a:pt x="5199" y="7740"/>
                  <a:pt x="5199" y="8040"/>
                </a:cubicBezTo>
                <a:cubicBezTo>
                  <a:pt x="5199" y="8241"/>
                  <a:pt x="5363" y="8404"/>
                  <a:pt x="5563" y="8404"/>
                </a:cubicBezTo>
                <a:lnTo>
                  <a:pt x="6815" y="8404"/>
                </a:lnTo>
                <a:cubicBezTo>
                  <a:pt x="6972" y="8930"/>
                  <a:pt x="7459" y="9313"/>
                  <a:pt x="8035" y="9313"/>
                </a:cubicBezTo>
                <a:cubicBezTo>
                  <a:pt x="8236" y="9313"/>
                  <a:pt x="8399" y="9150"/>
                  <a:pt x="8399" y="8949"/>
                </a:cubicBezTo>
                <a:cubicBezTo>
                  <a:pt x="8399" y="8750"/>
                  <a:pt x="8236" y="8586"/>
                  <a:pt x="8035" y="8586"/>
                </a:cubicBezTo>
                <a:cubicBezTo>
                  <a:pt x="7736" y="8586"/>
                  <a:pt x="7490" y="8341"/>
                  <a:pt x="7490" y="8040"/>
                </a:cubicBezTo>
                <a:cubicBezTo>
                  <a:pt x="7490" y="7740"/>
                  <a:pt x="7736" y="7495"/>
                  <a:pt x="8035" y="7495"/>
                </a:cubicBezTo>
                <a:cubicBezTo>
                  <a:pt x="8335" y="7495"/>
                  <a:pt x="8581" y="7740"/>
                  <a:pt x="8581" y="8040"/>
                </a:cubicBezTo>
                <a:cubicBezTo>
                  <a:pt x="8581" y="8241"/>
                  <a:pt x="8745" y="8404"/>
                  <a:pt x="8945" y="8404"/>
                </a:cubicBezTo>
                <a:cubicBezTo>
                  <a:pt x="9145" y="8404"/>
                  <a:pt x="9308" y="8241"/>
                  <a:pt x="9308" y="8040"/>
                </a:cubicBezTo>
                <a:cubicBezTo>
                  <a:pt x="9308" y="7465"/>
                  <a:pt x="8924" y="6978"/>
                  <a:pt x="8399" y="6821"/>
                </a:cubicBezTo>
                <a:lnTo>
                  <a:pt x="8399" y="5567"/>
                </a:lnTo>
                <a:cubicBezTo>
                  <a:pt x="8399" y="5368"/>
                  <a:pt x="8236" y="5204"/>
                  <a:pt x="8035" y="5204"/>
                </a:cubicBezTo>
                <a:cubicBezTo>
                  <a:pt x="7736" y="5204"/>
                  <a:pt x="7490" y="4959"/>
                  <a:pt x="7490" y="4658"/>
                </a:cubicBezTo>
                <a:cubicBezTo>
                  <a:pt x="7490" y="4358"/>
                  <a:pt x="7737" y="4110"/>
                  <a:pt x="8037" y="4110"/>
                </a:cubicBezTo>
                <a:close/>
                <a:moveTo>
                  <a:pt x="1273" y="2546"/>
                </a:moveTo>
                <a:cubicBezTo>
                  <a:pt x="1474" y="2546"/>
                  <a:pt x="1637" y="2382"/>
                  <a:pt x="1637" y="2182"/>
                </a:cubicBezTo>
                <a:cubicBezTo>
                  <a:pt x="1637" y="1982"/>
                  <a:pt x="1474" y="1819"/>
                  <a:pt x="1273" y="1819"/>
                </a:cubicBezTo>
                <a:cubicBezTo>
                  <a:pt x="973" y="1819"/>
                  <a:pt x="728" y="1573"/>
                  <a:pt x="728" y="1273"/>
                </a:cubicBezTo>
                <a:cubicBezTo>
                  <a:pt x="728" y="974"/>
                  <a:pt x="973" y="728"/>
                  <a:pt x="1273" y="728"/>
                </a:cubicBezTo>
                <a:cubicBezTo>
                  <a:pt x="1574" y="728"/>
                  <a:pt x="1818" y="974"/>
                  <a:pt x="1818" y="1273"/>
                </a:cubicBezTo>
                <a:cubicBezTo>
                  <a:pt x="1818" y="1473"/>
                  <a:pt x="1983" y="1637"/>
                  <a:pt x="2182" y="1637"/>
                </a:cubicBezTo>
                <a:cubicBezTo>
                  <a:pt x="2383" y="1637"/>
                  <a:pt x="2546" y="1473"/>
                  <a:pt x="2546" y="1273"/>
                </a:cubicBezTo>
                <a:cubicBezTo>
                  <a:pt x="2546" y="571"/>
                  <a:pt x="1976" y="0"/>
                  <a:pt x="1273" y="0"/>
                </a:cubicBezTo>
                <a:cubicBezTo>
                  <a:pt x="572" y="0"/>
                  <a:pt x="0" y="571"/>
                  <a:pt x="0" y="1273"/>
                </a:cubicBezTo>
                <a:cubicBezTo>
                  <a:pt x="0" y="1974"/>
                  <a:pt x="572" y="2546"/>
                  <a:pt x="1273" y="2546"/>
                </a:cubicBezTo>
                <a:close/>
                <a:moveTo>
                  <a:pt x="8037" y="2546"/>
                </a:moveTo>
                <a:cubicBezTo>
                  <a:pt x="8238" y="2546"/>
                  <a:pt x="8401" y="2382"/>
                  <a:pt x="8401" y="2182"/>
                </a:cubicBezTo>
                <a:cubicBezTo>
                  <a:pt x="8401" y="1982"/>
                  <a:pt x="8238" y="1819"/>
                  <a:pt x="8037" y="1819"/>
                </a:cubicBezTo>
                <a:cubicBezTo>
                  <a:pt x="7737" y="1819"/>
                  <a:pt x="7491" y="1573"/>
                  <a:pt x="7491" y="1273"/>
                </a:cubicBezTo>
                <a:cubicBezTo>
                  <a:pt x="7491" y="974"/>
                  <a:pt x="7737" y="728"/>
                  <a:pt x="8037" y="728"/>
                </a:cubicBezTo>
                <a:cubicBezTo>
                  <a:pt x="8338" y="728"/>
                  <a:pt x="8582" y="974"/>
                  <a:pt x="8582" y="1273"/>
                </a:cubicBezTo>
                <a:cubicBezTo>
                  <a:pt x="8582" y="1473"/>
                  <a:pt x="8747" y="1637"/>
                  <a:pt x="8946" y="1637"/>
                </a:cubicBezTo>
                <a:cubicBezTo>
                  <a:pt x="9147" y="1637"/>
                  <a:pt x="9310" y="1473"/>
                  <a:pt x="9310" y="1273"/>
                </a:cubicBezTo>
                <a:cubicBezTo>
                  <a:pt x="9310" y="571"/>
                  <a:pt x="8739" y="0"/>
                  <a:pt x="8037" y="0"/>
                </a:cubicBezTo>
                <a:cubicBezTo>
                  <a:pt x="7336" y="0"/>
                  <a:pt x="6764" y="571"/>
                  <a:pt x="6764" y="1273"/>
                </a:cubicBezTo>
                <a:cubicBezTo>
                  <a:pt x="6764" y="1974"/>
                  <a:pt x="7336" y="2546"/>
                  <a:pt x="8037" y="2546"/>
                </a:cubicBezTo>
                <a:close/>
                <a:moveTo>
                  <a:pt x="1273" y="6764"/>
                </a:moveTo>
                <a:cubicBezTo>
                  <a:pt x="572" y="6764"/>
                  <a:pt x="0" y="7335"/>
                  <a:pt x="0" y="8037"/>
                </a:cubicBezTo>
                <a:cubicBezTo>
                  <a:pt x="0" y="8738"/>
                  <a:pt x="572" y="9310"/>
                  <a:pt x="1273" y="9310"/>
                </a:cubicBezTo>
                <a:cubicBezTo>
                  <a:pt x="1474" y="9310"/>
                  <a:pt x="1637" y="9146"/>
                  <a:pt x="1637" y="8946"/>
                </a:cubicBezTo>
                <a:cubicBezTo>
                  <a:pt x="1637" y="8746"/>
                  <a:pt x="1474" y="8583"/>
                  <a:pt x="1273" y="8583"/>
                </a:cubicBezTo>
                <a:cubicBezTo>
                  <a:pt x="973" y="8583"/>
                  <a:pt x="728" y="8337"/>
                  <a:pt x="728" y="8037"/>
                </a:cubicBezTo>
                <a:cubicBezTo>
                  <a:pt x="728" y="7737"/>
                  <a:pt x="973" y="7492"/>
                  <a:pt x="1273" y="7492"/>
                </a:cubicBezTo>
                <a:cubicBezTo>
                  <a:pt x="1574" y="7492"/>
                  <a:pt x="1818" y="7737"/>
                  <a:pt x="1818" y="8037"/>
                </a:cubicBezTo>
                <a:cubicBezTo>
                  <a:pt x="1818" y="8236"/>
                  <a:pt x="1983" y="8401"/>
                  <a:pt x="2182" y="8401"/>
                </a:cubicBezTo>
                <a:cubicBezTo>
                  <a:pt x="2383" y="8401"/>
                  <a:pt x="2546" y="8236"/>
                  <a:pt x="2546" y="8037"/>
                </a:cubicBezTo>
                <a:cubicBezTo>
                  <a:pt x="2546" y="7335"/>
                  <a:pt x="1976" y="6764"/>
                  <a:pt x="1273" y="676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2040;p76">
            <a:extLst>
              <a:ext uri="{FF2B5EF4-FFF2-40B4-BE49-F238E27FC236}">
                <a16:creationId xmlns:a16="http://schemas.microsoft.com/office/drawing/2014/main" id="{44446DE7-A703-F29E-DDF4-E30C9C735D92}"/>
              </a:ext>
            </a:extLst>
          </p:cNvPr>
          <p:cNvSpPr/>
          <p:nvPr/>
        </p:nvSpPr>
        <p:spPr>
          <a:xfrm>
            <a:off x="1694008" y="3227612"/>
            <a:ext cx="357455" cy="357455"/>
          </a:xfrm>
          <a:custGeom>
            <a:avLst/>
            <a:gdLst/>
            <a:ahLst/>
            <a:cxnLst/>
            <a:rect l="l" t="t" r="r" b="b"/>
            <a:pathLst>
              <a:path w="9310" h="9310" extrusionOk="0">
                <a:moveTo>
                  <a:pt x="9310" y="8219"/>
                </a:moveTo>
                <a:cubicBezTo>
                  <a:pt x="9310" y="8418"/>
                  <a:pt x="9145" y="8582"/>
                  <a:pt x="8946" y="8582"/>
                </a:cubicBezTo>
                <a:lnTo>
                  <a:pt x="5382" y="8582"/>
                </a:lnTo>
                <a:cubicBezTo>
                  <a:pt x="5181" y="8582"/>
                  <a:pt x="5018" y="8418"/>
                  <a:pt x="5018" y="8219"/>
                </a:cubicBezTo>
                <a:cubicBezTo>
                  <a:pt x="5018" y="8018"/>
                  <a:pt x="4854" y="7855"/>
                  <a:pt x="4655" y="7855"/>
                </a:cubicBezTo>
                <a:cubicBezTo>
                  <a:pt x="4454" y="7855"/>
                  <a:pt x="4291" y="8018"/>
                  <a:pt x="4291" y="8219"/>
                </a:cubicBezTo>
                <a:cubicBezTo>
                  <a:pt x="4291" y="8418"/>
                  <a:pt x="4454" y="8582"/>
                  <a:pt x="4655" y="8582"/>
                </a:cubicBezTo>
                <a:cubicBezTo>
                  <a:pt x="4854" y="8582"/>
                  <a:pt x="5018" y="8745"/>
                  <a:pt x="5018" y="8946"/>
                </a:cubicBezTo>
                <a:cubicBezTo>
                  <a:pt x="5018" y="9145"/>
                  <a:pt x="4854" y="9310"/>
                  <a:pt x="4655" y="9310"/>
                </a:cubicBezTo>
                <a:cubicBezTo>
                  <a:pt x="4181" y="9310"/>
                  <a:pt x="3776" y="9006"/>
                  <a:pt x="3625" y="8582"/>
                </a:cubicBezTo>
                <a:lnTo>
                  <a:pt x="364" y="8582"/>
                </a:lnTo>
                <a:cubicBezTo>
                  <a:pt x="163" y="8582"/>
                  <a:pt x="0" y="8418"/>
                  <a:pt x="0" y="8219"/>
                </a:cubicBezTo>
                <a:cubicBezTo>
                  <a:pt x="0" y="8018"/>
                  <a:pt x="163" y="7855"/>
                  <a:pt x="364" y="7855"/>
                </a:cubicBezTo>
                <a:lnTo>
                  <a:pt x="3628" y="7855"/>
                </a:lnTo>
                <a:cubicBezTo>
                  <a:pt x="3737" y="7545"/>
                  <a:pt x="3981" y="7301"/>
                  <a:pt x="4293" y="7189"/>
                </a:cubicBezTo>
                <a:lnTo>
                  <a:pt x="4293" y="6563"/>
                </a:lnTo>
                <a:lnTo>
                  <a:pt x="2220" y="6563"/>
                </a:lnTo>
                <a:cubicBezTo>
                  <a:pt x="1418" y="6563"/>
                  <a:pt x="765" y="5912"/>
                  <a:pt x="765" y="5109"/>
                </a:cubicBezTo>
                <a:lnTo>
                  <a:pt x="765" y="1273"/>
                </a:lnTo>
                <a:cubicBezTo>
                  <a:pt x="765" y="570"/>
                  <a:pt x="1337" y="0"/>
                  <a:pt x="2038" y="0"/>
                </a:cubicBezTo>
                <a:lnTo>
                  <a:pt x="3075" y="0"/>
                </a:lnTo>
                <a:cubicBezTo>
                  <a:pt x="3657" y="0"/>
                  <a:pt x="4149" y="393"/>
                  <a:pt x="4300" y="927"/>
                </a:cubicBezTo>
                <a:lnTo>
                  <a:pt x="7093" y="927"/>
                </a:lnTo>
                <a:cubicBezTo>
                  <a:pt x="7483" y="927"/>
                  <a:pt x="7848" y="1078"/>
                  <a:pt x="8123" y="1353"/>
                </a:cubicBezTo>
                <a:cubicBezTo>
                  <a:pt x="8396" y="1628"/>
                  <a:pt x="8547" y="1993"/>
                  <a:pt x="8547" y="2381"/>
                </a:cubicBezTo>
                <a:lnTo>
                  <a:pt x="8547" y="3291"/>
                </a:lnTo>
                <a:cubicBezTo>
                  <a:pt x="8547" y="3491"/>
                  <a:pt x="8384" y="3654"/>
                  <a:pt x="8184" y="3654"/>
                </a:cubicBezTo>
                <a:lnTo>
                  <a:pt x="8184" y="3654"/>
                </a:lnTo>
                <a:cubicBezTo>
                  <a:pt x="7984" y="3654"/>
                  <a:pt x="7820" y="3491"/>
                  <a:pt x="7820" y="3291"/>
                </a:cubicBezTo>
                <a:lnTo>
                  <a:pt x="7820" y="3145"/>
                </a:lnTo>
                <a:lnTo>
                  <a:pt x="2602" y="3145"/>
                </a:lnTo>
                <a:cubicBezTo>
                  <a:pt x="2402" y="3145"/>
                  <a:pt x="2239" y="2982"/>
                  <a:pt x="2239" y="2781"/>
                </a:cubicBezTo>
                <a:cubicBezTo>
                  <a:pt x="2239" y="2582"/>
                  <a:pt x="2402" y="2418"/>
                  <a:pt x="2602" y="2418"/>
                </a:cubicBezTo>
                <a:lnTo>
                  <a:pt x="7820" y="2418"/>
                </a:lnTo>
                <a:lnTo>
                  <a:pt x="7820" y="2381"/>
                </a:lnTo>
                <a:cubicBezTo>
                  <a:pt x="7820" y="2188"/>
                  <a:pt x="7744" y="2006"/>
                  <a:pt x="7608" y="1868"/>
                </a:cubicBezTo>
                <a:cubicBezTo>
                  <a:pt x="7469" y="1728"/>
                  <a:pt x="7288" y="1654"/>
                  <a:pt x="7093" y="1654"/>
                </a:cubicBezTo>
                <a:lnTo>
                  <a:pt x="3984" y="1654"/>
                </a:lnTo>
                <a:cubicBezTo>
                  <a:pt x="3783" y="1654"/>
                  <a:pt x="3621" y="1491"/>
                  <a:pt x="3621" y="1291"/>
                </a:cubicBezTo>
                <a:lnTo>
                  <a:pt x="3621" y="1273"/>
                </a:lnTo>
                <a:cubicBezTo>
                  <a:pt x="3621" y="973"/>
                  <a:pt x="3375" y="728"/>
                  <a:pt x="3075" y="728"/>
                </a:cubicBezTo>
                <a:lnTo>
                  <a:pt x="2038" y="728"/>
                </a:lnTo>
                <a:cubicBezTo>
                  <a:pt x="1738" y="728"/>
                  <a:pt x="1492" y="973"/>
                  <a:pt x="1492" y="1273"/>
                </a:cubicBezTo>
                <a:lnTo>
                  <a:pt x="1492" y="5109"/>
                </a:lnTo>
                <a:cubicBezTo>
                  <a:pt x="1492" y="5512"/>
                  <a:pt x="1818" y="5836"/>
                  <a:pt x="2220" y="5836"/>
                </a:cubicBezTo>
                <a:lnTo>
                  <a:pt x="7091" y="5836"/>
                </a:lnTo>
                <a:cubicBezTo>
                  <a:pt x="7491" y="5836"/>
                  <a:pt x="7819" y="5512"/>
                  <a:pt x="7819" y="5109"/>
                </a:cubicBezTo>
                <a:cubicBezTo>
                  <a:pt x="7819" y="4910"/>
                  <a:pt x="7981" y="4745"/>
                  <a:pt x="8182" y="4745"/>
                </a:cubicBezTo>
                <a:lnTo>
                  <a:pt x="8182" y="4745"/>
                </a:lnTo>
                <a:cubicBezTo>
                  <a:pt x="8381" y="4745"/>
                  <a:pt x="8546" y="4910"/>
                  <a:pt x="8546" y="5109"/>
                </a:cubicBezTo>
                <a:cubicBezTo>
                  <a:pt x="8546" y="5912"/>
                  <a:pt x="7893" y="6563"/>
                  <a:pt x="7091" y="6563"/>
                </a:cubicBezTo>
                <a:lnTo>
                  <a:pt x="5018" y="6563"/>
                </a:lnTo>
                <a:lnTo>
                  <a:pt x="5018" y="7189"/>
                </a:lnTo>
                <a:cubicBezTo>
                  <a:pt x="5327" y="7298"/>
                  <a:pt x="5573" y="7544"/>
                  <a:pt x="5683" y="7855"/>
                </a:cubicBezTo>
                <a:lnTo>
                  <a:pt x="8946" y="7855"/>
                </a:lnTo>
                <a:cubicBezTo>
                  <a:pt x="9148" y="7855"/>
                  <a:pt x="9310" y="8018"/>
                  <a:pt x="9310" y="8219"/>
                </a:cubicBezTo>
                <a:close/>
                <a:moveTo>
                  <a:pt x="2236" y="4418"/>
                </a:moveTo>
                <a:lnTo>
                  <a:pt x="2236" y="4418"/>
                </a:lnTo>
                <a:cubicBezTo>
                  <a:pt x="2236" y="4619"/>
                  <a:pt x="2400" y="4782"/>
                  <a:pt x="2599" y="4782"/>
                </a:cubicBezTo>
                <a:cubicBezTo>
                  <a:pt x="2800" y="4782"/>
                  <a:pt x="2963" y="4619"/>
                  <a:pt x="2963" y="4418"/>
                </a:cubicBezTo>
                <a:lnTo>
                  <a:pt x="2963" y="4418"/>
                </a:lnTo>
                <a:cubicBezTo>
                  <a:pt x="2963" y="4219"/>
                  <a:pt x="2800" y="4054"/>
                  <a:pt x="2599" y="4054"/>
                </a:cubicBezTo>
                <a:cubicBezTo>
                  <a:pt x="2400" y="4054"/>
                  <a:pt x="2236" y="4219"/>
                  <a:pt x="2236" y="4418"/>
                </a:cubicBezTo>
                <a:close/>
                <a:moveTo>
                  <a:pt x="3600" y="4418"/>
                </a:moveTo>
                <a:lnTo>
                  <a:pt x="3600" y="4418"/>
                </a:lnTo>
                <a:cubicBezTo>
                  <a:pt x="3600" y="4619"/>
                  <a:pt x="3763" y="4782"/>
                  <a:pt x="3964" y="4782"/>
                </a:cubicBezTo>
                <a:cubicBezTo>
                  <a:pt x="4163" y="4782"/>
                  <a:pt x="4328" y="4619"/>
                  <a:pt x="4328" y="4418"/>
                </a:cubicBezTo>
                <a:lnTo>
                  <a:pt x="4328" y="4418"/>
                </a:lnTo>
                <a:cubicBezTo>
                  <a:pt x="4328" y="4219"/>
                  <a:pt x="4163" y="4054"/>
                  <a:pt x="3964" y="4054"/>
                </a:cubicBezTo>
                <a:cubicBezTo>
                  <a:pt x="3763" y="4054"/>
                  <a:pt x="3600" y="4219"/>
                  <a:pt x="3600" y="4418"/>
                </a:cubicBezTo>
                <a:close/>
                <a:moveTo>
                  <a:pt x="4963" y="4418"/>
                </a:moveTo>
                <a:lnTo>
                  <a:pt x="4963" y="4418"/>
                </a:lnTo>
                <a:cubicBezTo>
                  <a:pt x="4963" y="4619"/>
                  <a:pt x="5128" y="4782"/>
                  <a:pt x="5327" y="4782"/>
                </a:cubicBezTo>
                <a:cubicBezTo>
                  <a:pt x="5528" y="4782"/>
                  <a:pt x="5690" y="4619"/>
                  <a:pt x="5690" y="4418"/>
                </a:cubicBezTo>
                <a:lnTo>
                  <a:pt x="5690" y="4418"/>
                </a:lnTo>
                <a:cubicBezTo>
                  <a:pt x="5690" y="4219"/>
                  <a:pt x="5528" y="4054"/>
                  <a:pt x="5327" y="4054"/>
                </a:cubicBezTo>
                <a:cubicBezTo>
                  <a:pt x="5128" y="4054"/>
                  <a:pt x="4963" y="4219"/>
                  <a:pt x="4963" y="4418"/>
                </a:cubicBezTo>
                <a:close/>
                <a:moveTo>
                  <a:pt x="6345" y="4418"/>
                </a:moveTo>
                <a:lnTo>
                  <a:pt x="6345" y="4418"/>
                </a:lnTo>
                <a:cubicBezTo>
                  <a:pt x="6345" y="4619"/>
                  <a:pt x="6509" y="4782"/>
                  <a:pt x="6709" y="4782"/>
                </a:cubicBezTo>
                <a:cubicBezTo>
                  <a:pt x="6909" y="4782"/>
                  <a:pt x="7072" y="4619"/>
                  <a:pt x="7072" y="4418"/>
                </a:cubicBezTo>
                <a:lnTo>
                  <a:pt x="7072" y="4418"/>
                </a:lnTo>
                <a:cubicBezTo>
                  <a:pt x="7072" y="4219"/>
                  <a:pt x="6909" y="4054"/>
                  <a:pt x="6709" y="4054"/>
                </a:cubicBezTo>
                <a:cubicBezTo>
                  <a:pt x="6509" y="4054"/>
                  <a:pt x="6345" y="4219"/>
                  <a:pt x="6345" y="441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4557014"/>
      </p:ext>
    </p:extLst>
  </p:cSld>
  <p:clrMapOvr>
    <a:masterClrMapping/>
  </p:clrMapOvr>
  <p:transition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60"/>
          <p:cNvSpPr txBox="1">
            <a:spLocks noGrp="1"/>
          </p:cNvSpPr>
          <p:nvPr>
            <p:ph type="title" idx="3"/>
          </p:nvPr>
        </p:nvSpPr>
        <p:spPr>
          <a:xfrm>
            <a:off x="1293931" y="2149174"/>
            <a:ext cx="2699843" cy="21958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El </a:t>
            </a:r>
            <a:r>
              <a:rPr lang="es-AR" dirty="0">
                <a:solidFill>
                  <a:schemeClr val="accent4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Estado de Link</a:t>
            </a:r>
            <a:r>
              <a:rPr lang="es-AR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 es una descripción de una interfaz en el </a:t>
            </a:r>
            <a:r>
              <a:rPr lang="es-AR" dirty="0" err="1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Router</a:t>
            </a:r>
            <a:r>
              <a:rPr lang="es-AR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 y también es la relación con sus </a:t>
            </a:r>
            <a:r>
              <a:rPr lang="es-AR" dirty="0" err="1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Routers</a:t>
            </a:r>
            <a:r>
              <a:rPr lang="es-AR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 vecinos.</a:t>
            </a:r>
            <a:endParaRPr lang="es-AR" dirty="0">
              <a:solidFill>
                <a:schemeClr val="bg1"/>
              </a:solidFill>
              <a:effectLst/>
              <a:latin typeface="Overpass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84" name="Google Shape;1684;p60"/>
          <p:cNvSpPr/>
          <p:nvPr/>
        </p:nvSpPr>
        <p:spPr>
          <a:xfrm>
            <a:off x="6848990" y="2868637"/>
            <a:ext cx="1003530" cy="965708"/>
          </a:xfrm>
          <a:custGeom>
            <a:avLst/>
            <a:gdLst/>
            <a:ahLst/>
            <a:cxnLst/>
            <a:rect l="l" t="t" r="r" b="b"/>
            <a:pathLst>
              <a:path w="9313" h="8962" extrusionOk="0">
                <a:moveTo>
                  <a:pt x="9313" y="4440"/>
                </a:moveTo>
                <a:cubicBezTo>
                  <a:pt x="9313" y="4871"/>
                  <a:pt x="9182" y="5284"/>
                  <a:pt x="8935" y="5635"/>
                </a:cubicBezTo>
                <a:cubicBezTo>
                  <a:pt x="8693" y="5976"/>
                  <a:pt x="8359" y="6235"/>
                  <a:pt x="7967" y="6381"/>
                </a:cubicBezTo>
                <a:cubicBezTo>
                  <a:pt x="7819" y="6437"/>
                  <a:pt x="7662" y="6475"/>
                  <a:pt x="7505" y="6496"/>
                </a:cubicBezTo>
                <a:cubicBezTo>
                  <a:pt x="7487" y="6499"/>
                  <a:pt x="7473" y="6500"/>
                  <a:pt x="7457" y="6500"/>
                </a:cubicBezTo>
                <a:cubicBezTo>
                  <a:pt x="7276" y="6500"/>
                  <a:pt x="7121" y="6365"/>
                  <a:pt x="7098" y="6181"/>
                </a:cubicBezTo>
                <a:cubicBezTo>
                  <a:pt x="7071" y="5981"/>
                  <a:pt x="7214" y="5799"/>
                  <a:pt x="7412" y="5774"/>
                </a:cubicBezTo>
                <a:cubicBezTo>
                  <a:pt x="7514" y="5761"/>
                  <a:pt x="7615" y="5736"/>
                  <a:pt x="7711" y="5700"/>
                </a:cubicBezTo>
                <a:cubicBezTo>
                  <a:pt x="8234" y="5504"/>
                  <a:pt x="8584" y="4997"/>
                  <a:pt x="8584" y="4439"/>
                </a:cubicBezTo>
                <a:cubicBezTo>
                  <a:pt x="8584" y="3940"/>
                  <a:pt x="8309" y="3485"/>
                  <a:pt x="7868" y="3250"/>
                </a:cubicBezTo>
                <a:cubicBezTo>
                  <a:pt x="7749" y="3186"/>
                  <a:pt x="7675" y="3063"/>
                  <a:pt x="7675" y="2929"/>
                </a:cubicBezTo>
                <a:lnTo>
                  <a:pt x="7675" y="2481"/>
                </a:lnTo>
                <a:cubicBezTo>
                  <a:pt x="7675" y="1517"/>
                  <a:pt x="6890" y="730"/>
                  <a:pt x="5924" y="730"/>
                </a:cubicBezTo>
                <a:cubicBezTo>
                  <a:pt x="5068" y="730"/>
                  <a:pt x="4324" y="1367"/>
                  <a:pt x="4193" y="2210"/>
                </a:cubicBezTo>
                <a:cubicBezTo>
                  <a:pt x="4171" y="2350"/>
                  <a:pt x="4072" y="2465"/>
                  <a:pt x="3937" y="2503"/>
                </a:cubicBezTo>
                <a:cubicBezTo>
                  <a:pt x="3803" y="2543"/>
                  <a:pt x="3654" y="2501"/>
                  <a:pt x="3563" y="2394"/>
                </a:cubicBezTo>
                <a:cubicBezTo>
                  <a:pt x="3393" y="2202"/>
                  <a:pt x="3150" y="2093"/>
                  <a:pt x="2895" y="2093"/>
                </a:cubicBezTo>
                <a:cubicBezTo>
                  <a:pt x="2404" y="2093"/>
                  <a:pt x="2004" y="2493"/>
                  <a:pt x="2004" y="2983"/>
                </a:cubicBezTo>
                <a:lnTo>
                  <a:pt x="2004" y="3637"/>
                </a:lnTo>
                <a:cubicBezTo>
                  <a:pt x="2004" y="3838"/>
                  <a:pt x="1841" y="4001"/>
                  <a:pt x="1640" y="4001"/>
                </a:cubicBezTo>
                <a:lnTo>
                  <a:pt x="1637" y="4001"/>
                </a:lnTo>
                <a:cubicBezTo>
                  <a:pt x="1137" y="4001"/>
                  <a:pt x="731" y="4401"/>
                  <a:pt x="731" y="4893"/>
                </a:cubicBezTo>
                <a:cubicBezTo>
                  <a:pt x="731" y="5322"/>
                  <a:pt x="1014" y="5681"/>
                  <a:pt x="1422" y="5765"/>
                </a:cubicBezTo>
                <a:cubicBezTo>
                  <a:pt x="1618" y="5805"/>
                  <a:pt x="1746" y="5998"/>
                  <a:pt x="1704" y="6195"/>
                </a:cubicBezTo>
                <a:cubicBezTo>
                  <a:pt x="1668" y="6366"/>
                  <a:pt x="1516" y="6485"/>
                  <a:pt x="1347" y="6485"/>
                </a:cubicBezTo>
                <a:cubicBezTo>
                  <a:pt x="1324" y="6485"/>
                  <a:pt x="1298" y="6483"/>
                  <a:pt x="1273" y="6478"/>
                </a:cubicBezTo>
                <a:cubicBezTo>
                  <a:pt x="915" y="6403"/>
                  <a:pt x="590" y="6205"/>
                  <a:pt x="358" y="5918"/>
                </a:cubicBezTo>
                <a:cubicBezTo>
                  <a:pt x="127" y="5630"/>
                  <a:pt x="1" y="5267"/>
                  <a:pt x="1" y="4893"/>
                </a:cubicBezTo>
                <a:cubicBezTo>
                  <a:pt x="1" y="4123"/>
                  <a:pt x="546" y="3477"/>
                  <a:pt x="1273" y="3314"/>
                </a:cubicBezTo>
                <a:lnTo>
                  <a:pt x="1273" y="2983"/>
                </a:lnTo>
                <a:cubicBezTo>
                  <a:pt x="1273" y="2090"/>
                  <a:pt x="1999" y="1365"/>
                  <a:pt x="2891" y="1365"/>
                </a:cubicBezTo>
                <a:cubicBezTo>
                  <a:pt x="3150" y="1365"/>
                  <a:pt x="3403" y="1426"/>
                  <a:pt x="3628" y="1543"/>
                </a:cubicBezTo>
                <a:cubicBezTo>
                  <a:pt x="3775" y="1185"/>
                  <a:pt x="4004" y="863"/>
                  <a:pt x="4302" y="605"/>
                </a:cubicBezTo>
                <a:cubicBezTo>
                  <a:pt x="4751" y="216"/>
                  <a:pt x="5327" y="1"/>
                  <a:pt x="5922" y="1"/>
                </a:cubicBezTo>
                <a:cubicBezTo>
                  <a:pt x="7290" y="1"/>
                  <a:pt x="8401" y="1114"/>
                  <a:pt x="8401" y="2479"/>
                </a:cubicBezTo>
                <a:lnTo>
                  <a:pt x="8401" y="2721"/>
                </a:lnTo>
                <a:cubicBezTo>
                  <a:pt x="8971" y="3106"/>
                  <a:pt x="9313" y="3746"/>
                  <a:pt x="9313" y="4440"/>
                </a:cubicBezTo>
                <a:close/>
                <a:moveTo>
                  <a:pt x="6564" y="7016"/>
                </a:moveTo>
                <a:cubicBezTo>
                  <a:pt x="6380" y="6936"/>
                  <a:pt x="6167" y="7019"/>
                  <a:pt x="6084" y="7204"/>
                </a:cubicBezTo>
                <a:cubicBezTo>
                  <a:pt x="5812" y="7824"/>
                  <a:pt x="5246" y="8240"/>
                  <a:pt x="4676" y="8240"/>
                </a:cubicBezTo>
                <a:lnTo>
                  <a:pt x="4658" y="8240"/>
                </a:lnTo>
                <a:cubicBezTo>
                  <a:pt x="3839" y="8240"/>
                  <a:pt x="3093" y="7403"/>
                  <a:pt x="3093" y="6485"/>
                </a:cubicBezTo>
                <a:lnTo>
                  <a:pt x="3093" y="5227"/>
                </a:lnTo>
                <a:lnTo>
                  <a:pt x="4665" y="4522"/>
                </a:lnTo>
                <a:lnTo>
                  <a:pt x="5953" y="5098"/>
                </a:lnTo>
                <a:lnTo>
                  <a:pt x="5105" y="6288"/>
                </a:lnTo>
                <a:cubicBezTo>
                  <a:pt x="5073" y="6321"/>
                  <a:pt x="5035" y="6328"/>
                  <a:pt x="5015" y="6331"/>
                </a:cubicBezTo>
                <a:cubicBezTo>
                  <a:pt x="4993" y="6333"/>
                  <a:pt x="4953" y="6328"/>
                  <a:pt x="4917" y="6295"/>
                </a:cubicBezTo>
                <a:lnTo>
                  <a:pt x="4910" y="6288"/>
                </a:lnTo>
                <a:lnTo>
                  <a:pt x="4212" y="5659"/>
                </a:lnTo>
                <a:cubicBezTo>
                  <a:pt x="4062" y="5525"/>
                  <a:pt x="3831" y="5539"/>
                  <a:pt x="3698" y="5687"/>
                </a:cubicBezTo>
                <a:cubicBezTo>
                  <a:pt x="3566" y="5837"/>
                  <a:pt x="3577" y="6067"/>
                  <a:pt x="3726" y="6200"/>
                </a:cubicBezTo>
                <a:lnTo>
                  <a:pt x="4421" y="6823"/>
                </a:lnTo>
                <a:cubicBezTo>
                  <a:pt x="4581" y="6973"/>
                  <a:pt x="4792" y="7056"/>
                  <a:pt x="5007" y="7056"/>
                </a:cubicBezTo>
                <a:cubicBezTo>
                  <a:pt x="5026" y="7056"/>
                  <a:pt x="5047" y="7056"/>
                  <a:pt x="5064" y="7054"/>
                </a:cubicBezTo>
                <a:cubicBezTo>
                  <a:pt x="5303" y="7038"/>
                  <a:pt x="5527" y="6922"/>
                  <a:pt x="5676" y="6734"/>
                </a:cubicBezTo>
                <a:cubicBezTo>
                  <a:pt x="5681" y="6728"/>
                  <a:pt x="5685" y="6724"/>
                  <a:pt x="5689" y="6718"/>
                </a:cubicBezTo>
                <a:lnTo>
                  <a:pt x="7247" y="4539"/>
                </a:lnTo>
                <a:cubicBezTo>
                  <a:pt x="7364" y="4376"/>
                  <a:pt x="7326" y="4149"/>
                  <a:pt x="7164" y="4033"/>
                </a:cubicBezTo>
                <a:cubicBezTo>
                  <a:pt x="7000" y="3917"/>
                  <a:pt x="6773" y="3954"/>
                  <a:pt x="6657" y="4116"/>
                </a:cubicBezTo>
                <a:lnTo>
                  <a:pt x="6388" y="4491"/>
                </a:lnTo>
                <a:lnTo>
                  <a:pt x="4834" y="3794"/>
                </a:lnTo>
                <a:cubicBezTo>
                  <a:pt x="4788" y="3773"/>
                  <a:pt x="4737" y="3761"/>
                  <a:pt x="4686" y="3761"/>
                </a:cubicBezTo>
                <a:lnTo>
                  <a:pt x="4651" y="3761"/>
                </a:lnTo>
                <a:cubicBezTo>
                  <a:pt x="4600" y="3761"/>
                  <a:pt x="4549" y="3773"/>
                  <a:pt x="4503" y="3794"/>
                </a:cubicBezTo>
                <a:lnTo>
                  <a:pt x="2582" y="4654"/>
                </a:lnTo>
                <a:cubicBezTo>
                  <a:pt x="2452" y="4712"/>
                  <a:pt x="2367" y="4843"/>
                  <a:pt x="2367" y="4986"/>
                </a:cubicBezTo>
                <a:lnTo>
                  <a:pt x="2367" y="6480"/>
                </a:lnTo>
                <a:cubicBezTo>
                  <a:pt x="2367" y="7088"/>
                  <a:pt x="2606" y="7706"/>
                  <a:pt x="3023" y="8179"/>
                </a:cubicBezTo>
                <a:cubicBezTo>
                  <a:pt x="3470" y="8683"/>
                  <a:pt x="4049" y="8961"/>
                  <a:pt x="4660" y="8961"/>
                </a:cubicBezTo>
                <a:lnTo>
                  <a:pt x="4677" y="8961"/>
                </a:lnTo>
                <a:cubicBezTo>
                  <a:pt x="5545" y="8961"/>
                  <a:pt x="6360" y="8384"/>
                  <a:pt x="6753" y="7489"/>
                </a:cubicBezTo>
                <a:cubicBezTo>
                  <a:pt x="6833" y="7310"/>
                  <a:pt x="6750" y="7096"/>
                  <a:pt x="6564" y="7016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897;p69">
            <a:extLst>
              <a:ext uri="{FF2B5EF4-FFF2-40B4-BE49-F238E27FC236}">
                <a16:creationId xmlns:a16="http://schemas.microsoft.com/office/drawing/2014/main" id="{26192493-DB06-6772-7BFE-FE88C709A64A}"/>
              </a:ext>
            </a:extLst>
          </p:cNvPr>
          <p:cNvSpPr txBox="1">
            <a:spLocks/>
          </p:cNvSpPr>
          <p:nvPr/>
        </p:nvSpPr>
        <p:spPr>
          <a:xfrm>
            <a:off x="720000" y="174807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 marL="0" indent="0"/>
            <a:r>
              <a:rPr lang="es-AR" sz="4400" b="1" dirty="0">
                <a:solidFill>
                  <a:schemeClr val="bg1"/>
                </a:solidFill>
                <a:latin typeface="Oxanium" panose="020B0604020202020204" charset="0"/>
              </a:rPr>
              <a:t>¿Qué quiere decir </a:t>
            </a:r>
          </a:p>
          <a:p>
            <a:pPr marL="0" indent="0"/>
            <a:r>
              <a:rPr lang="es-AR" sz="4400" b="1" dirty="0">
                <a:solidFill>
                  <a:schemeClr val="accent4"/>
                </a:solidFill>
                <a:latin typeface="Oxanium" panose="020B0604020202020204" charset="0"/>
              </a:rPr>
              <a:t>Estado de Link</a:t>
            </a:r>
            <a:r>
              <a:rPr lang="es-AR" sz="4400" b="1" dirty="0">
                <a:solidFill>
                  <a:schemeClr val="bg1"/>
                </a:solidFill>
                <a:latin typeface="Oxanium" panose="020B0604020202020204" charset="0"/>
              </a:rPr>
              <a:t>?</a:t>
            </a:r>
          </a:p>
          <a:p>
            <a:pPr marL="0" indent="0"/>
            <a:endParaRPr lang="es-AR" sz="4400" b="1" dirty="0">
              <a:solidFill>
                <a:schemeClr val="accent4"/>
              </a:solidFill>
              <a:latin typeface="Oxanium" panose="020B0604020202020204" charset="0"/>
            </a:endParaRPr>
          </a:p>
        </p:txBody>
      </p:sp>
      <p:sp>
        <p:nvSpPr>
          <p:cNvPr id="21" name="Google Shape;2110;p77">
            <a:extLst>
              <a:ext uri="{FF2B5EF4-FFF2-40B4-BE49-F238E27FC236}">
                <a16:creationId xmlns:a16="http://schemas.microsoft.com/office/drawing/2014/main" id="{DB021706-EA1D-E5EC-DF94-65EBD60F6DDF}"/>
              </a:ext>
            </a:extLst>
          </p:cNvPr>
          <p:cNvSpPr/>
          <p:nvPr/>
        </p:nvSpPr>
        <p:spPr>
          <a:xfrm>
            <a:off x="5845460" y="3424003"/>
            <a:ext cx="1003530" cy="1003633"/>
          </a:xfrm>
          <a:custGeom>
            <a:avLst/>
            <a:gdLst/>
            <a:ahLst/>
            <a:cxnLst/>
            <a:rect l="l" t="t" r="r" b="b"/>
            <a:pathLst>
              <a:path w="9773" h="9774" extrusionOk="0">
                <a:moveTo>
                  <a:pt x="5385" y="4849"/>
                </a:moveTo>
                <a:cubicBezTo>
                  <a:pt x="5406" y="5464"/>
                  <a:pt x="5910" y="5956"/>
                  <a:pt x="6528" y="5956"/>
                </a:cubicBezTo>
                <a:lnTo>
                  <a:pt x="8628" y="5956"/>
                </a:lnTo>
                <a:cubicBezTo>
                  <a:pt x="9258" y="5956"/>
                  <a:pt x="9773" y="5443"/>
                  <a:pt x="9773" y="4811"/>
                </a:cubicBezTo>
                <a:lnTo>
                  <a:pt x="9773" y="4047"/>
                </a:lnTo>
                <a:cubicBezTo>
                  <a:pt x="9773" y="3415"/>
                  <a:pt x="9258" y="2902"/>
                  <a:pt x="8628" y="2902"/>
                </a:cubicBezTo>
                <a:lnTo>
                  <a:pt x="6528" y="2902"/>
                </a:lnTo>
                <a:cubicBezTo>
                  <a:pt x="5896" y="2902"/>
                  <a:pt x="5383" y="3415"/>
                  <a:pt x="5383" y="4047"/>
                </a:cubicBezTo>
                <a:lnTo>
                  <a:pt x="5383" y="4086"/>
                </a:lnTo>
                <a:lnTo>
                  <a:pt x="2558" y="4086"/>
                </a:lnTo>
                <a:lnTo>
                  <a:pt x="2558" y="3055"/>
                </a:lnTo>
                <a:lnTo>
                  <a:pt x="3245" y="3055"/>
                </a:lnTo>
                <a:cubicBezTo>
                  <a:pt x="3876" y="3055"/>
                  <a:pt x="4391" y="2542"/>
                  <a:pt x="4391" y="1910"/>
                </a:cubicBezTo>
                <a:lnTo>
                  <a:pt x="4391" y="1146"/>
                </a:lnTo>
                <a:cubicBezTo>
                  <a:pt x="4391" y="514"/>
                  <a:pt x="3876" y="1"/>
                  <a:pt x="3245" y="1"/>
                </a:cubicBezTo>
                <a:lnTo>
                  <a:pt x="1146" y="1"/>
                </a:lnTo>
                <a:cubicBezTo>
                  <a:pt x="514" y="1"/>
                  <a:pt x="1" y="514"/>
                  <a:pt x="1" y="1146"/>
                </a:cubicBezTo>
                <a:lnTo>
                  <a:pt x="1" y="1910"/>
                </a:lnTo>
                <a:cubicBezTo>
                  <a:pt x="1" y="2542"/>
                  <a:pt x="514" y="3055"/>
                  <a:pt x="1146" y="3055"/>
                </a:cubicBezTo>
                <a:lnTo>
                  <a:pt x="1795" y="3055"/>
                </a:lnTo>
                <a:lnTo>
                  <a:pt x="1795" y="7139"/>
                </a:lnTo>
                <a:cubicBezTo>
                  <a:pt x="1795" y="7982"/>
                  <a:pt x="2479" y="8666"/>
                  <a:pt x="3322" y="8666"/>
                </a:cubicBezTo>
                <a:lnTo>
                  <a:pt x="5385" y="8666"/>
                </a:lnTo>
                <a:cubicBezTo>
                  <a:pt x="5406" y="9282"/>
                  <a:pt x="5910" y="9773"/>
                  <a:pt x="6528" y="9773"/>
                </a:cubicBezTo>
                <a:lnTo>
                  <a:pt x="8628" y="9773"/>
                </a:lnTo>
                <a:cubicBezTo>
                  <a:pt x="8837" y="9773"/>
                  <a:pt x="9010" y="9602"/>
                  <a:pt x="9010" y="9392"/>
                </a:cubicBezTo>
                <a:cubicBezTo>
                  <a:pt x="9010" y="9182"/>
                  <a:pt x="8837" y="9010"/>
                  <a:pt x="8628" y="9010"/>
                </a:cubicBezTo>
                <a:lnTo>
                  <a:pt x="6528" y="9010"/>
                </a:lnTo>
                <a:cubicBezTo>
                  <a:pt x="6318" y="9010"/>
                  <a:pt x="6146" y="8839"/>
                  <a:pt x="6146" y="8628"/>
                </a:cubicBezTo>
                <a:lnTo>
                  <a:pt x="6146" y="7865"/>
                </a:lnTo>
                <a:cubicBezTo>
                  <a:pt x="6146" y="7656"/>
                  <a:pt x="6318" y="7483"/>
                  <a:pt x="6528" y="7483"/>
                </a:cubicBezTo>
                <a:lnTo>
                  <a:pt x="8628" y="7483"/>
                </a:lnTo>
                <a:cubicBezTo>
                  <a:pt x="8837" y="7483"/>
                  <a:pt x="9010" y="7656"/>
                  <a:pt x="9010" y="7865"/>
                </a:cubicBezTo>
                <a:cubicBezTo>
                  <a:pt x="9010" y="8075"/>
                  <a:pt x="9181" y="8246"/>
                  <a:pt x="9391" y="8246"/>
                </a:cubicBezTo>
                <a:cubicBezTo>
                  <a:pt x="9600" y="8246"/>
                  <a:pt x="9773" y="8075"/>
                  <a:pt x="9773" y="7865"/>
                </a:cubicBezTo>
                <a:cubicBezTo>
                  <a:pt x="9773" y="7233"/>
                  <a:pt x="9258" y="6720"/>
                  <a:pt x="8628" y="6720"/>
                </a:cubicBezTo>
                <a:lnTo>
                  <a:pt x="6528" y="6720"/>
                </a:lnTo>
                <a:cubicBezTo>
                  <a:pt x="5896" y="6720"/>
                  <a:pt x="5383" y="7233"/>
                  <a:pt x="5383" y="7865"/>
                </a:cubicBezTo>
                <a:lnTo>
                  <a:pt x="5383" y="7903"/>
                </a:lnTo>
                <a:lnTo>
                  <a:pt x="3322" y="7903"/>
                </a:lnTo>
                <a:cubicBezTo>
                  <a:pt x="2899" y="7903"/>
                  <a:pt x="2558" y="7562"/>
                  <a:pt x="2558" y="7139"/>
                </a:cubicBezTo>
                <a:lnTo>
                  <a:pt x="2558" y="4849"/>
                </a:lnTo>
                <a:close/>
                <a:moveTo>
                  <a:pt x="6148" y="4047"/>
                </a:moveTo>
                <a:cubicBezTo>
                  <a:pt x="6148" y="3838"/>
                  <a:pt x="6319" y="3666"/>
                  <a:pt x="6530" y="3666"/>
                </a:cubicBezTo>
                <a:lnTo>
                  <a:pt x="8629" y="3666"/>
                </a:lnTo>
                <a:cubicBezTo>
                  <a:pt x="8839" y="3666"/>
                  <a:pt x="9011" y="3838"/>
                  <a:pt x="9011" y="4047"/>
                </a:cubicBezTo>
                <a:lnTo>
                  <a:pt x="9011" y="4811"/>
                </a:lnTo>
                <a:cubicBezTo>
                  <a:pt x="9011" y="5022"/>
                  <a:pt x="8839" y="5193"/>
                  <a:pt x="8629" y="5193"/>
                </a:cubicBezTo>
                <a:lnTo>
                  <a:pt x="6530" y="5193"/>
                </a:lnTo>
                <a:cubicBezTo>
                  <a:pt x="6319" y="5193"/>
                  <a:pt x="6148" y="5022"/>
                  <a:pt x="6148" y="4811"/>
                </a:cubicBezTo>
                <a:close/>
                <a:moveTo>
                  <a:pt x="766" y="1910"/>
                </a:moveTo>
                <a:lnTo>
                  <a:pt x="766" y="1146"/>
                </a:lnTo>
                <a:cubicBezTo>
                  <a:pt x="766" y="937"/>
                  <a:pt x="937" y="764"/>
                  <a:pt x="1147" y="764"/>
                </a:cubicBezTo>
                <a:lnTo>
                  <a:pt x="3247" y="764"/>
                </a:lnTo>
                <a:cubicBezTo>
                  <a:pt x="3456" y="764"/>
                  <a:pt x="3629" y="937"/>
                  <a:pt x="3629" y="1146"/>
                </a:cubicBezTo>
                <a:lnTo>
                  <a:pt x="3629" y="1910"/>
                </a:lnTo>
                <a:cubicBezTo>
                  <a:pt x="3629" y="2120"/>
                  <a:pt x="3456" y="2291"/>
                  <a:pt x="3247" y="2291"/>
                </a:cubicBezTo>
                <a:lnTo>
                  <a:pt x="1147" y="2291"/>
                </a:lnTo>
                <a:cubicBezTo>
                  <a:pt x="935" y="2291"/>
                  <a:pt x="766" y="2122"/>
                  <a:pt x="766" y="191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091;p77">
            <a:extLst>
              <a:ext uri="{FF2B5EF4-FFF2-40B4-BE49-F238E27FC236}">
                <a16:creationId xmlns:a16="http://schemas.microsoft.com/office/drawing/2014/main" id="{1FA45228-3D51-9DD4-7E09-8DBE9CF4331D}"/>
              </a:ext>
            </a:extLst>
          </p:cNvPr>
          <p:cNvSpPr/>
          <p:nvPr/>
        </p:nvSpPr>
        <p:spPr>
          <a:xfrm>
            <a:off x="5845460" y="2006756"/>
            <a:ext cx="1003530" cy="1003427"/>
          </a:xfrm>
          <a:custGeom>
            <a:avLst/>
            <a:gdLst/>
            <a:ahLst/>
            <a:cxnLst/>
            <a:rect l="l" t="t" r="r" b="b"/>
            <a:pathLst>
              <a:path w="9776" h="9775" extrusionOk="0">
                <a:moveTo>
                  <a:pt x="9011" y="7485"/>
                </a:moveTo>
                <a:lnTo>
                  <a:pt x="9011" y="7085"/>
                </a:lnTo>
                <a:cubicBezTo>
                  <a:pt x="9011" y="6601"/>
                  <a:pt x="8615" y="6206"/>
                  <a:pt x="8131" y="6206"/>
                </a:cubicBezTo>
                <a:lnTo>
                  <a:pt x="4468" y="6206"/>
                </a:lnTo>
                <a:cubicBezTo>
                  <a:pt x="4259" y="6206"/>
                  <a:pt x="4086" y="6378"/>
                  <a:pt x="4086" y="6588"/>
                </a:cubicBezTo>
                <a:cubicBezTo>
                  <a:pt x="4086" y="6678"/>
                  <a:pt x="4120" y="6762"/>
                  <a:pt x="4170" y="6826"/>
                </a:cubicBezTo>
                <a:lnTo>
                  <a:pt x="4250" y="6898"/>
                </a:lnTo>
                <a:cubicBezTo>
                  <a:pt x="4251" y="6899"/>
                  <a:pt x="4253" y="6901"/>
                  <a:pt x="4254" y="6905"/>
                </a:cubicBezTo>
                <a:cubicBezTo>
                  <a:pt x="4315" y="6946"/>
                  <a:pt x="4389" y="6969"/>
                  <a:pt x="4468" y="6969"/>
                </a:cubicBezTo>
                <a:lnTo>
                  <a:pt x="6377" y="6969"/>
                </a:lnTo>
                <a:cubicBezTo>
                  <a:pt x="6587" y="6969"/>
                  <a:pt x="6758" y="7140"/>
                  <a:pt x="6758" y="7351"/>
                </a:cubicBezTo>
                <a:cubicBezTo>
                  <a:pt x="6758" y="7560"/>
                  <a:pt x="6587" y="7733"/>
                  <a:pt x="6377" y="7733"/>
                </a:cubicBezTo>
                <a:lnTo>
                  <a:pt x="4468" y="7733"/>
                </a:lnTo>
                <a:cubicBezTo>
                  <a:pt x="4137" y="7733"/>
                  <a:pt x="3836" y="7592"/>
                  <a:pt x="3628" y="7365"/>
                </a:cubicBezTo>
                <a:lnTo>
                  <a:pt x="1426" y="5351"/>
                </a:lnTo>
                <a:cubicBezTo>
                  <a:pt x="1422" y="5346"/>
                  <a:pt x="1419" y="5345"/>
                  <a:pt x="1417" y="5342"/>
                </a:cubicBezTo>
                <a:cubicBezTo>
                  <a:pt x="1344" y="5270"/>
                  <a:pt x="1246" y="5230"/>
                  <a:pt x="1145" y="5232"/>
                </a:cubicBezTo>
                <a:cubicBezTo>
                  <a:pt x="1045" y="5235"/>
                  <a:pt x="948" y="5274"/>
                  <a:pt x="877" y="5346"/>
                </a:cubicBezTo>
                <a:cubicBezTo>
                  <a:pt x="805" y="5420"/>
                  <a:pt x="765" y="5517"/>
                  <a:pt x="767" y="5618"/>
                </a:cubicBezTo>
                <a:cubicBezTo>
                  <a:pt x="767" y="5719"/>
                  <a:pt x="808" y="5812"/>
                  <a:pt x="878" y="5884"/>
                </a:cubicBezTo>
                <a:lnTo>
                  <a:pt x="2820" y="7681"/>
                </a:lnTo>
                <a:lnTo>
                  <a:pt x="2826" y="7687"/>
                </a:lnTo>
                <a:cubicBezTo>
                  <a:pt x="3709" y="8541"/>
                  <a:pt x="4871" y="9011"/>
                  <a:pt x="6099" y="9011"/>
                </a:cubicBezTo>
                <a:lnTo>
                  <a:pt x="9394" y="9011"/>
                </a:lnTo>
                <a:cubicBezTo>
                  <a:pt x="9605" y="9011"/>
                  <a:pt x="9776" y="9183"/>
                  <a:pt x="9776" y="9393"/>
                </a:cubicBezTo>
                <a:cubicBezTo>
                  <a:pt x="9776" y="9603"/>
                  <a:pt x="9605" y="9774"/>
                  <a:pt x="9394" y="9774"/>
                </a:cubicBezTo>
                <a:lnTo>
                  <a:pt x="6099" y="9774"/>
                </a:lnTo>
                <a:cubicBezTo>
                  <a:pt x="5392" y="9774"/>
                  <a:pt x="4703" y="9641"/>
                  <a:pt x="4048" y="9376"/>
                </a:cubicBezTo>
                <a:cubicBezTo>
                  <a:pt x="3396" y="9110"/>
                  <a:pt x="2808" y="8728"/>
                  <a:pt x="2300" y="8240"/>
                </a:cubicBezTo>
                <a:lnTo>
                  <a:pt x="354" y="6441"/>
                </a:lnTo>
                <a:lnTo>
                  <a:pt x="347" y="6433"/>
                </a:lnTo>
                <a:cubicBezTo>
                  <a:pt x="130" y="6220"/>
                  <a:pt x="8" y="5933"/>
                  <a:pt x="3" y="5626"/>
                </a:cubicBezTo>
                <a:cubicBezTo>
                  <a:pt x="0" y="5320"/>
                  <a:pt x="116" y="5032"/>
                  <a:pt x="331" y="4812"/>
                </a:cubicBezTo>
                <a:cubicBezTo>
                  <a:pt x="545" y="4595"/>
                  <a:pt x="832" y="4473"/>
                  <a:pt x="1139" y="4468"/>
                </a:cubicBezTo>
                <a:cubicBezTo>
                  <a:pt x="1443" y="4467"/>
                  <a:pt x="1729" y="4580"/>
                  <a:pt x="1947" y="4792"/>
                </a:cubicBezTo>
                <a:lnTo>
                  <a:pt x="3419" y="6137"/>
                </a:lnTo>
                <a:cubicBezTo>
                  <a:pt x="3595" y="5728"/>
                  <a:pt x="3999" y="5442"/>
                  <a:pt x="4469" y="5442"/>
                </a:cubicBezTo>
                <a:lnTo>
                  <a:pt x="8133" y="5442"/>
                </a:lnTo>
                <a:cubicBezTo>
                  <a:pt x="9040" y="5442"/>
                  <a:pt x="9776" y="6178"/>
                  <a:pt x="9776" y="7085"/>
                </a:cubicBezTo>
                <a:lnTo>
                  <a:pt x="9776" y="7484"/>
                </a:lnTo>
                <a:cubicBezTo>
                  <a:pt x="9776" y="7695"/>
                  <a:pt x="9605" y="7866"/>
                  <a:pt x="9394" y="7866"/>
                </a:cubicBezTo>
                <a:cubicBezTo>
                  <a:pt x="9185" y="7866"/>
                  <a:pt x="9011" y="7696"/>
                  <a:pt x="9011" y="7485"/>
                </a:cubicBezTo>
                <a:close/>
                <a:moveTo>
                  <a:pt x="3159" y="1423"/>
                </a:moveTo>
                <a:lnTo>
                  <a:pt x="3350" y="1074"/>
                </a:lnTo>
                <a:cubicBezTo>
                  <a:pt x="3436" y="915"/>
                  <a:pt x="3620" y="840"/>
                  <a:pt x="3793" y="891"/>
                </a:cubicBezTo>
                <a:lnTo>
                  <a:pt x="4285" y="1036"/>
                </a:lnTo>
                <a:cubicBezTo>
                  <a:pt x="4396" y="946"/>
                  <a:pt x="4517" y="871"/>
                  <a:pt x="4645" y="814"/>
                </a:cubicBezTo>
                <a:lnTo>
                  <a:pt x="4714" y="329"/>
                </a:lnTo>
                <a:cubicBezTo>
                  <a:pt x="4741" y="141"/>
                  <a:pt x="4902" y="0"/>
                  <a:pt x="5092" y="0"/>
                </a:cubicBezTo>
                <a:lnTo>
                  <a:pt x="5482" y="0"/>
                </a:lnTo>
                <a:cubicBezTo>
                  <a:pt x="5667" y="0"/>
                  <a:pt x="5825" y="132"/>
                  <a:pt x="5857" y="316"/>
                </a:cubicBezTo>
                <a:lnTo>
                  <a:pt x="5948" y="816"/>
                </a:lnTo>
                <a:cubicBezTo>
                  <a:pt x="6064" y="868"/>
                  <a:pt x="6172" y="932"/>
                  <a:pt x="6274" y="1008"/>
                </a:cubicBezTo>
                <a:lnTo>
                  <a:pt x="6732" y="833"/>
                </a:lnTo>
                <a:cubicBezTo>
                  <a:pt x="6902" y="768"/>
                  <a:pt x="7094" y="833"/>
                  <a:pt x="7192" y="988"/>
                </a:cubicBezTo>
                <a:lnTo>
                  <a:pt x="7406" y="1329"/>
                </a:lnTo>
                <a:cubicBezTo>
                  <a:pt x="7510" y="1495"/>
                  <a:pt x="7471" y="1714"/>
                  <a:pt x="7316" y="1833"/>
                </a:cubicBezTo>
                <a:lnTo>
                  <a:pt x="6903" y="2153"/>
                </a:lnTo>
                <a:cubicBezTo>
                  <a:pt x="6906" y="2166"/>
                  <a:pt x="6906" y="2176"/>
                  <a:pt x="6906" y="2188"/>
                </a:cubicBezTo>
                <a:cubicBezTo>
                  <a:pt x="6906" y="2198"/>
                  <a:pt x="6908" y="2207"/>
                  <a:pt x="6908" y="2218"/>
                </a:cubicBezTo>
                <a:cubicBezTo>
                  <a:pt x="6910" y="2242"/>
                  <a:pt x="6910" y="2268"/>
                  <a:pt x="6910" y="2294"/>
                </a:cubicBezTo>
                <a:cubicBezTo>
                  <a:pt x="6910" y="2320"/>
                  <a:pt x="6910" y="2344"/>
                  <a:pt x="6908" y="2372"/>
                </a:cubicBezTo>
                <a:lnTo>
                  <a:pt x="7307" y="2665"/>
                </a:lnTo>
                <a:cubicBezTo>
                  <a:pt x="7453" y="2775"/>
                  <a:pt x="7504" y="2970"/>
                  <a:pt x="7427" y="3135"/>
                </a:cubicBezTo>
                <a:lnTo>
                  <a:pt x="7270" y="3465"/>
                </a:lnTo>
                <a:cubicBezTo>
                  <a:pt x="7190" y="3635"/>
                  <a:pt x="6998" y="3723"/>
                  <a:pt x="6816" y="3670"/>
                </a:cubicBezTo>
                <a:lnTo>
                  <a:pt x="6335" y="3526"/>
                </a:lnTo>
                <a:cubicBezTo>
                  <a:pt x="6215" y="3630"/>
                  <a:pt x="6079" y="3711"/>
                  <a:pt x="5935" y="3775"/>
                </a:cubicBezTo>
                <a:lnTo>
                  <a:pt x="5857" y="4264"/>
                </a:lnTo>
                <a:cubicBezTo>
                  <a:pt x="5827" y="4448"/>
                  <a:pt x="5668" y="4584"/>
                  <a:pt x="5480" y="4584"/>
                </a:cubicBezTo>
                <a:lnTo>
                  <a:pt x="5112" y="4584"/>
                </a:lnTo>
                <a:cubicBezTo>
                  <a:pt x="4926" y="4584"/>
                  <a:pt x="4769" y="4451"/>
                  <a:pt x="4735" y="4268"/>
                </a:cubicBezTo>
                <a:lnTo>
                  <a:pt x="4645" y="3769"/>
                </a:lnTo>
                <a:cubicBezTo>
                  <a:pt x="4526" y="3715"/>
                  <a:pt x="4413" y="3648"/>
                  <a:pt x="4308" y="3569"/>
                </a:cubicBezTo>
                <a:lnTo>
                  <a:pt x="3842" y="3737"/>
                </a:lnTo>
                <a:cubicBezTo>
                  <a:pt x="3666" y="3799"/>
                  <a:pt x="3472" y="3726"/>
                  <a:pt x="3381" y="3564"/>
                </a:cubicBezTo>
                <a:lnTo>
                  <a:pt x="3199" y="3242"/>
                </a:lnTo>
                <a:cubicBezTo>
                  <a:pt x="3107" y="3080"/>
                  <a:pt x="3147" y="2876"/>
                  <a:pt x="3292" y="2757"/>
                </a:cubicBezTo>
                <a:lnTo>
                  <a:pt x="3689" y="2436"/>
                </a:lnTo>
                <a:cubicBezTo>
                  <a:pt x="3688" y="2425"/>
                  <a:pt x="3688" y="2413"/>
                  <a:pt x="3688" y="2402"/>
                </a:cubicBezTo>
                <a:cubicBezTo>
                  <a:pt x="3688" y="2393"/>
                  <a:pt x="3686" y="2382"/>
                  <a:pt x="3686" y="2372"/>
                </a:cubicBezTo>
                <a:cubicBezTo>
                  <a:pt x="3683" y="2347"/>
                  <a:pt x="3683" y="2320"/>
                  <a:pt x="3683" y="2295"/>
                </a:cubicBezTo>
                <a:cubicBezTo>
                  <a:pt x="3683" y="2271"/>
                  <a:pt x="3683" y="2248"/>
                  <a:pt x="3686" y="2222"/>
                </a:cubicBezTo>
                <a:lnTo>
                  <a:pt x="3686" y="2207"/>
                </a:lnTo>
                <a:lnTo>
                  <a:pt x="3686" y="2202"/>
                </a:lnTo>
                <a:lnTo>
                  <a:pt x="3277" y="1927"/>
                </a:lnTo>
                <a:cubicBezTo>
                  <a:pt x="3117" y="1814"/>
                  <a:pt x="3066" y="1596"/>
                  <a:pt x="3159" y="1423"/>
                </a:cubicBezTo>
                <a:close/>
                <a:moveTo>
                  <a:pt x="5071" y="3112"/>
                </a:moveTo>
                <a:cubicBezTo>
                  <a:pt x="5144" y="3134"/>
                  <a:pt x="5221" y="3143"/>
                  <a:pt x="5299" y="3143"/>
                </a:cubicBezTo>
                <a:cubicBezTo>
                  <a:pt x="5370" y="3143"/>
                  <a:pt x="5442" y="3134"/>
                  <a:pt x="5509" y="3115"/>
                </a:cubicBezTo>
                <a:cubicBezTo>
                  <a:pt x="5511" y="3115"/>
                  <a:pt x="5514" y="3114"/>
                  <a:pt x="5515" y="3114"/>
                </a:cubicBezTo>
                <a:cubicBezTo>
                  <a:pt x="5528" y="3112"/>
                  <a:pt x="5537" y="3108"/>
                  <a:pt x="5548" y="3105"/>
                </a:cubicBezTo>
                <a:cubicBezTo>
                  <a:pt x="5549" y="3105"/>
                  <a:pt x="5551" y="3103"/>
                  <a:pt x="5552" y="3103"/>
                </a:cubicBezTo>
                <a:cubicBezTo>
                  <a:pt x="5696" y="3057"/>
                  <a:pt x="5824" y="2975"/>
                  <a:pt x="5923" y="2866"/>
                </a:cubicBezTo>
                <a:lnTo>
                  <a:pt x="5928" y="2860"/>
                </a:lnTo>
                <a:cubicBezTo>
                  <a:pt x="6025" y="2752"/>
                  <a:pt x="6096" y="2616"/>
                  <a:pt x="6129" y="2465"/>
                </a:cubicBezTo>
                <a:cubicBezTo>
                  <a:pt x="6131" y="2456"/>
                  <a:pt x="6132" y="2448"/>
                  <a:pt x="6134" y="2439"/>
                </a:cubicBezTo>
                <a:cubicBezTo>
                  <a:pt x="6134" y="2433"/>
                  <a:pt x="6137" y="2428"/>
                  <a:pt x="6137" y="2424"/>
                </a:cubicBezTo>
                <a:cubicBezTo>
                  <a:pt x="6138" y="2410"/>
                  <a:pt x="6140" y="2398"/>
                  <a:pt x="6141" y="2385"/>
                </a:cubicBezTo>
                <a:lnTo>
                  <a:pt x="6141" y="2379"/>
                </a:lnTo>
                <a:cubicBezTo>
                  <a:pt x="6146" y="2350"/>
                  <a:pt x="6146" y="2320"/>
                  <a:pt x="6146" y="2291"/>
                </a:cubicBezTo>
                <a:cubicBezTo>
                  <a:pt x="6146" y="2274"/>
                  <a:pt x="6146" y="2259"/>
                  <a:pt x="6145" y="2242"/>
                </a:cubicBezTo>
                <a:cubicBezTo>
                  <a:pt x="6145" y="2237"/>
                  <a:pt x="6145" y="2231"/>
                  <a:pt x="6141" y="2228"/>
                </a:cubicBezTo>
                <a:cubicBezTo>
                  <a:pt x="6141" y="2216"/>
                  <a:pt x="6140" y="2205"/>
                  <a:pt x="6138" y="2193"/>
                </a:cubicBezTo>
                <a:cubicBezTo>
                  <a:pt x="6138" y="2188"/>
                  <a:pt x="6137" y="2184"/>
                  <a:pt x="6137" y="2178"/>
                </a:cubicBezTo>
                <a:lnTo>
                  <a:pt x="6131" y="2144"/>
                </a:lnTo>
                <a:cubicBezTo>
                  <a:pt x="6131" y="2138"/>
                  <a:pt x="6129" y="2135"/>
                  <a:pt x="6129" y="2129"/>
                </a:cubicBezTo>
                <a:cubicBezTo>
                  <a:pt x="6126" y="2117"/>
                  <a:pt x="6125" y="2106"/>
                  <a:pt x="6122" y="2094"/>
                </a:cubicBezTo>
                <a:cubicBezTo>
                  <a:pt x="6085" y="1944"/>
                  <a:pt x="6010" y="1810"/>
                  <a:pt x="5905" y="1701"/>
                </a:cubicBezTo>
                <a:cubicBezTo>
                  <a:pt x="5897" y="1692"/>
                  <a:pt x="5888" y="1685"/>
                  <a:pt x="5879" y="1674"/>
                </a:cubicBezTo>
                <a:lnTo>
                  <a:pt x="5867" y="1663"/>
                </a:lnTo>
                <a:cubicBezTo>
                  <a:pt x="5856" y="1651"/>
                  <a:pt x="5844" y="1642"/>
                  <a:pt x="5832" y="1633"/>
                </a:cubicBezTo>
                <a:cubicBezTo>
                  <a:pt x="5825" y="1628"/>
                  <a:pt x="5819" y="1624"/>
                  <a:pt x="5813" y="1619"/>
                </a:cubicBezTo>
                <a:cubicBezTo>
                  <a:pt x="5806" y="1613"/>
                  <a:pt x="5798" y="1608"/>
                  <a:pt x="5789" y="1601"/>
                </a:cubicBezTo>
                <a:cubicBezTo>
                  <a:pt x="5783" y="1596"/>
                  <a:pt x="5778" y="1590"/>
                  <a:pt x="5770" y="1587"/>
                </a:cubicBezTo>
                <a:cubicBezTo>
                  <a:pt x="5758" y="1579"/>
                  <a:pt x="5744" y="1570"/>
                  <a:pt x="5732" y="1562"/>
                </a:cubicBezTo>
                <a:cubicBezTo>
                  <a:pt x="5725" y="1558"/>
                  <a:pt x="5719" y="1555"/>
                  <a:pt x="5711" y="1550"/>
                </a:cubicBezTo>
                <a:cubicBezTo>
                  <a:pt x="5703" y="1547"/>
                  <a:pt x="5696" y="1541"/>
                  <a:pt x="5686" y="1536"/>
                </a:cubicBezTo>
                <a:lnTo>
                  <a:pt x="5664" y="1526"/>
                </a:lnTo>
                <a:cubicBezTo>
                  <a:pt x="5653" y="1520"/>
                  <a:pt x="5642" y="1517"/>
                  <a:pt x="5633" y="1511"/>
                </a:cubicBezTo>
                <a:cubicBezTo>
                  <a:pt x="5622" y="1506"/>
                  <a:pt x="5613" y="1503"/>
                  <a:pt x="5606" y="1498"/>
                </a:cubicBezTo>
                <a:cubicBezTo>
                  <a:pt x="5596" y="1495"/>
                  <a:pt x="5584" y="1491"/>
                  <a:pt x="5575" y="1488"/>
                </a:cubicBezTo>
                <a:cubicBezTo>
                  <a:pt x="5567" y="1486"/>
                  <a:pt x="5561" y="1483"/>
                  <a:pt x="5554" y="1480"/>
                </a:cubicBezTo>
                <a:cubicBezTo>
                  <a:pt x="5543" y="1475"/>
                  <a:pt x="5531" y="1472"/>
                  <a:pt x="5518" y="1468"/>
                </a:cubicBezTo>
                <a:cubicBezTo>
                  <a:pt x="5445" y="1448"/>
                  <a:pt x="5369" y="1437"/>
                  <a:pt x="5291" y="1437"/>
                </a:cubicBezTo>
                <a:cubicBezTo>
                  <a:pt x="4888" y="1437"/>
                  <a:pt x="4550" y="1720"/>
                  <a:pt x="4465" y="2097"/>
                </a:cubicBezTo>
                <a:cubicBezTo>
                  <a:pt x="4460" y="2112"/>
                  <a:pt x="4459" y="2124"/>
                  <a:pt x="4454" y="2140"/>
                </a:cubicBezTo>
                <a:lnTo>
                  <a:pt x="4454" y="2143"/>
                </a:lnTo>
                <a:cubicBezTo>
                  <a:pt x="4453" y="2158"/>
                  <a:pt x="4451" y="2173"/>
                  <a:pt x="4450" y="2185"/>
                </a:cubicBezTo>
                <a:lnTo>
                  <a:pt x="4450" y="2190"/>
                </a:lnTo>
                <a:cubicBezTo>
                  <a:pt x="4447" y="2204"/>
                  <a:pt x="4447" y="2219"/>
                  <a:pt x="4445" y="2231"/>
                </a:cubicBezTo>
                <a:lnTo>
                  <a:pt x="4445" y="2237"/>
                </a:lnTo>
                <a:cubicBezTo>
                  <a:pt x="4445" y="2253"/>
                  <a:pt x="4444" y="2268"/>
                  <a:pt x="4444" y="2285"/>
                </a:cubicBezTo>
                <a:cubicBezTo>
                  <a:pt x="4444" y="2303"/>
                  <a:pt x="4444" y="2318"/>
                  <a:pt x="4445" y="2335"/>
                </a:cubicBezTo>
                <a:cubicBezTo>
                  <a:pt x="4445" y="2338"/>
                  <a:pt x="4445" y="2344"/>
                  <a:pt x="4447" y="2349"/>
                </a:cubicBezTo>
                <a:cubicBezTo>
                  <a:pt x="4447" y="2360"/>
                  <a:pt x="4450" y="2372"/>
                  <a:pt x="4451" y="2384"/>
                </a:cubicBezTo>
                <a:cubicBezTo>
                  <a:pt x="4451" y="2390"/>
                  <a:pt x="4453" y="2395"/>
                  <a:pt x="4453" y="2399"/>
                </a:cubicBezTo>
                <a:lnTo>
                  <a:pt x="4459" y="2434"/>
                </a:lnTo>
                <a:cubicBezTo>
                  <a:pt x="4459" y="2437"/>
                  <a:pt x="4460" y="2443"/>
                  <a:pt x="4460" y="2450"/>
                </a:cubicBezTo>
                <a:cubicBezTo>
                  <a:pt x="4463" y="2460"/>
                  <a:pt x="4466" y="2474"/>
                  <a:pt x="4468" y="2486"/>
                </a:cubicBezTo>
                <a:cubicBezTo>
                  <a:pt x="4505" y="2634"/>
                  <a:pt x="4579" y="2770"/>
                  <a:pt x="4682" y="2877"/>
                </a:cubicBezTo>
                <a:lnTo>
                  <a:pt x="4705" y="2900"/>
                </a:lnTo>
                <a:cubicBezTo>
                  <a:pt x="4711" y="2906"/>
                  <a:pt x="4717" y="2909"/>
                  <a:pt x="4720" y="2915"/>
                </a:cubicBezTo>
                <a:cubicBezTo>
                  <a:pt x="4732" y="2924"/>
                  <a:pt x="4743" y="2937"/>
                  <a:pt x="4755" y="2946"/>
                </a:cubicBezTo>
                <a:cubicBezTo>
                  <a:pt x="4760" y="2952"/>
                  <a:pt x="4769" y="2955"/>
                  <a:pt x="4773" y="2961"/>
                </a:cubicBezTo>
                <a:cubicBezTo>
                  <a:pt x="4781" y="2967"/>
                  <a:pt x="4787" y="2972"/>
                  <a:pt x="4795" y="2976"/>
                </a:cubicBezTo>
                <a:cubicBezTo>
                  <a:pt x="4802" y="2983"/>
                  <a:pt x="4808" y="2986"/>
                  <a:pt x="4816" y="2992"/>
                </a:cubicBezTo>
                <a:cubicBezTo>
                  <a:pt x="4825" y="2998"/>
                  <a:pt x="4833" y="3002"/>
                  <a:pt x="4842" y="3008"/>
                </a:cubicBezTo>
                <a:cubicBezTo>
                  <a:pt x="4854" y="3015"/>
                  <a:pt x="4863" y="3022"/>
                  <a:pt x="4876" y="3028"/>
                </a:cubicBezTo>
                <a:lnTo>
                  <a:pt x="4899" y="3039"/>
                </a:lnTo>
                <a:lnTo>
                  <a:pt x="4921" y="3051"/>
                </a:lnTo>
                <a:cubicBezTo>
                  <a:pt x="4931" y="3054"/>
                  <a:pt x="4940" y="3060"/>
                  <a:pt x="4949" y="3063"/>
                </a:cubicBezTo>
                <a:cubicBezTo>
                  <a:pt x="4960" y="3068"/>
                  <a:pt x="4969" y="3074"/>
                  <a:pt x="4979" y="3077"/>
                </a:cubicBezTo>
                <a:cubicBezTo>
                  <a:pt x="4990" y="3082"/>
                  <a:pt x="5001" y="3085"/>
                  <a:pt x="5013" y="3089"/>
                </a:cubicBezTo>
                <a:cubicBezTo>
                  <a:pt x="5021" y="3091"/>
                  <a:pt x="5025" y="3092"/>
                  <a:pt x="5033" y="3097"/>
                </a:cubicBezTo>
                <a:cubicBezTo>
                  <a:pt x="5048" y="3106"/>
                  <a:pt x="5060" y="3111"/>
                  <a:pt x="5071" y="3112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0754067"/>
      </p:ext>
    </p:extLst>
  </p:cSld>
  <p:clrMapOvr>
    <a:masterClrMapping/>
  </p:clrMapOvr>
  <p:transition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09;p77">
            <a:extLst>
              <a:ext uri="{FF2B5EF4-FFF2-40B4-BE49-F238E27FC236}">
                <a16:creationId xmlns:a16="http://schemas.microsoft.com/office/drawing/2014/main" id="{617E2A8A-789F-C52F-578A-9046E4B91B7B}"/>
              </a:ext>
            </a:extLst>
          </p:cNvPr>
          <p:cNvSpPr/>
          <p:nvPr/>
        </p:nvSpPr>
        <p:spPr>
          <a:xfrm>
            <a:off x="6440347" y="2849522"/>
            <a:ext cx="1003529" cy="1003736"/>
          </a:xfrm>
          <a:custGeom>
            <a:avLst/>
            <a:gdLst/>
            <a:ahLst/>
            <a:cxnLst/>
            <a:rect l="l" t="t" r="r" b="b"/>
            <a:pathLst>
              <a:path w="9774" h="9776" extrusionOk="0">
                <a:moveTo>
                  <a:pt x="9773" y="2291"/>
                </a:moveTo>
                <a:lnTo>
                  <a:pt x="9773" y="4772"/>
                </a:lnTo>
                <a:cubicBezTo>
                  <a:pt x="9773" y="4983"/>
                  <a:pt x="9602" y="5154"/>
                  <a:pt x="9391" y="5154"/>
                </a:cubicBezTo>
                <a:cubicBezTo>
                  <a:pt x="9182" y="5154"/>
                  <a:pt x="9010" y="4983"/>
                  <a:pt x="9010" y="4772"/>
                </a:cubicBezTo>
                <a:lnTo>
                  <a:pt x="9010" y="2291"/>
                </a:lnTo>
                <a:cubicBezTo>
                  <a:pt x="9010" y="1869"/>
                  <a:pt x="8669" y="1527"/>
                  <a:pt x="8246" y="1527"/>
                </a:cubicBezTo>
                <a:lnTo>
                  <a:pt x="7750" y="1527"/>
                </a:lnTo>
                <a:lnTo>
                  <a:pt x="7750" y="1909"/>
                </a:lnTo>
                <a:cubicBezTo>
                  <a:pt x="7750" y="2120"/>
                  <a:pt x="7579" y="2291"/>
                  <a:pt x="7368" y="2291"/>
                </a:cubicBezTo>
                <a:cubicBezTo>
                  <a:pt x="7159" y="2291"/>
                  <a:pt x="6986" y="2120"/>
                  <a:pt x="6986" y="1909"/>
                </a:cubicBezTo>
                <a:lnTo>
                  <a:pt x="6986" y="1527"/>
                </a:lnTo>
                <a:lnTo>
                  <a:pt x="5250" y="1527"/>
                </a:lnTo>
                <a:lnTo>
                  <a:pt x="5250" y="1909"/>
                </a:lnTo>
                <a:cubicBezTo>
                  <a:pt x="5250" y="2120"/>
                  <a:pt x="5078" y="2291"/>
                  <a:pt x="4869" y="2291"/>
                </a:cubicBezTo>
                <a:cubicBezTo>
                  <a:pt x="4658" y="2291"/>
                  <a:pt x="4487" y="2120"/>
                  <a:pt x="4487" y="1909"/>
                </a:cubicBezTo>
                <a:lnTo>
                  <a:pt x="4487" y="1527"/>
                </a:lnTo>
                <a:lnTo>
                  <a:pt x="2769" y="1527"/>
                </a:lnTo>
                <a:lnTo>
                  <a:pt x="2769" y="1909"/>
                </a:lnTo>
                <a:cubicBezTo>
                  <a:pt x="2769" y="2120"/>
                  <a:pt x="2596" y="2291"/>
                  <a:pt x="2387" y="2291"/>
                </a:cubicBezTo>
                <a:cubicBezTo>
                  <a:pt x="2177" y="2291"/>
                  <a:pt x="2006" y="2120"/>
                  <a:pt x="2006" y="1909"/>
                </a:cubicBezTo>
                <a:lnTo>
                  <a:pt x="2006" y="1527"/>
                </a:lnTo>
                <a:lnTo>
                  <a:pt x="1528" y="1527"/>
                </a:lnTo>
                <a:cubicBezTo>
                  <a:pt x="1106" y="1527"/>
                  <a:pt x="764" y="1869"/>
                  <a:pt x="764" y="2291"/>
                </a:cubicBezTo>
                <a:lnTo>
                  <a:pt x="764" y="8246"/>
                </a:lnTo>
                <a:cubicBezTo>
                  <a:pt x="764" y="8669"/>
                  <a:pt x="1106" y="9009"/>
                  <a:pt x="1528" y="9009"/>
                </a:cubicBezTo>
                <a:lnTo>
                  <a:pt x="3169" y="9009"/>
                </a:lnTo>
                <a:cubicBezTo>
                  <a:pt x="3380" y="9009"/>
                  <a:pt x="3551" y="9182"/>
                  <a:pt x="3551" y="9391"/>
                </a:cubicBezTo>
                <a:cubicBezTo>
                  <a:pt x="3551" y="9602"/>
                  <a:pt x="3380" y="9773"/>
                  <a:pt x="3169" y="9773"/>
                </a:cubicBezTo>
                <a:lnTo>
                  <a:pt x="1528" y="9773"/>
                </a:lnTo>
                <a:cubicBezTo>
                  <a:pt x="686" y="9773"/>
                  <a:pt x="1" y="9089"/>
                  <a:pt x="1" y="8246"/>
                </a:cubicBezTo>
                <a:lnTo>
                  <a:pt x="1" y="2291"/>
                </a:lnTo>
                <a:cubicBezTo>
                  <a:pt x="1" y="1449"/>
                  <a:pt x="686" y="764"/>
                  <a:pt x="1528" y="764"/>
                </a:cubicBezTo>
                <a:lnTo>
                  <a:pt x="2006" y="764"/>
                </a:lnTo>
                <a:lnTo>
                  <a:pt x="2006" y="382"/>
                </a:lnTo>
                <a:cubicBezTo>
                  <a:pt x="2006" y="173"/>
                  <a:pt x="2177" y="0"/>
                  <a:pt x="2387" y="0"/>
                </a:cubicBezTo>
                <a:cubicBezTo>
                  <a:pt x="2596" y="0"/>
                  <a:pt x="2769" y="173"/>
                  <a:pt x="2769" y="382"/>
                </a:cubicBezTo>
                <a:lnTo>
                  <a:pt x="2769" y="764"/>
                </a:lnTo>
                <a:lnTo>
                  <a:pt x="4487" y="764"/>
                </a:lnTo>
                <a:lnTo>
                  <a:pt x="4487" y="382"/>
                </a:lnTo>
                <a:cubicBezTo>
                  <a:pt x="4487" y="173"/>
                  <a:pt x="4658" y="0"/>
                  <a:pt x="4869" y="0"/>
                </a:cubicBezTo>
                <a:cubicBezTo>
                  <a:pt x="5078" y="0"/>
                  <a:pt x="5250" y="173"/>
                  <a:pt x="5250" y="382"/>
                </a:cubicBezTo>
                <a:lnTo>
                  <a:pt x="5250" y="764"/>
                </a:lnTo>
                <a:lnTo>
                  <a:pt x="6986" y="764"/>
                </a:lnTo>
                <a:lnTo>
                  <a:pt x="6986" y="382"/>
                </a:lnTo>
                <a:cubicBezTo>
                  <a:pt x="6986" y="173"/>
                  <a:pt x="7159" y="0"/>
                  <a:pt x="7368" y="0"/>
                </a:cubicBezTo>
                <a:cubicBezTo>
                  <a:pt x="7579" y="0"/>
                  <a:pt x="7750" y="173"/>
                  <a:pt x="7750" y="382"/>
                </a:cubicBezTo>
                <a:lnTo>
                  <a:pt x="7750" y="764"/>
                </a:lnTo>
                <a:lnTo>
                  <a:pt x="8246" y="764"/>
                </a:lnTo>
                <a:cubicBezTo>
                  <a:pt x="9089" y="764"/>
                  <a:pt x="9773" y="1449"/>
                  <a:pt x="9773" y="2291"/>
                </a:cubicBezTo>
                <a:close/>
                <a:moveTo>
                  <a:pt x="2769" y="4008"/>
                </a:moveTo>
                <a:cubicBezTo>
                  <a:pt x="2769" y="3799"/>
                  <a:pt x="2596" y="3627"/>
                  <a:pt x="2387" y="3627"/>
                </a:cubicBezTo>
                <a:cubicBezTo>
                  <a:pt x="2177" y="3627"/>
                  <a:pt x="2006" y="3799"/>
                  <a:pt x="2006" y="4008"/>
                </a:cubicBezTo>
                <a:cubicBezTo>
                  <a:pt x="2006" y="4219"/>
                  <a:pt x="2177" y="4390"/>
                  <a:pt x="2387" y="4390"/>
                </a:cubicBezTo>
                <a:cubicBezTo>
                  <a:pt x="2596" y="4390"/>
                  <a:pt x="2769" y="4221"/>
                  <a:pt x="2769" y="4008"/>
                </a:cubicBezTo>
                <a:close/>
                <a:moveTo>
                  <a:pt x="5708" y="4390"/>
                </a:moveTo>
                <a:cubicBezTo>
                  <a:pt x="5918" y="4390"/>
                  <a:pt x="6090" y="4219"/>
                  <a:pt x="6090" y="4008"/>
                </a:cubicBezTo>
                <a:cubicBezTo>
                  <a:pt x="6090" y="3799"/>
                  <a:pt x="5918" y="3627"/>
                  <a:pt x="5708" y="3627"/>
                </a:cubicBezTo>
                <a:cubicBezTo>
                  <a:pt x="5498" y="3627"/>
                  <a:pt x="5327" y="3799"/>
                  <a:pt x="5327" y="4008"/>
                </a:cubicBezTo>
                <a:cubicBezTo>
                  <a:pt x="5327" y="4219"/>
                  <a:pt x="5498" y="4390"/>
                  <a:pt x="5708" y="4390"/>
                </a:cubicBezTo>
                <a:close/>
                <a:moveTo>
                  <a:pt x="7368" y="4390"/>
                </a:moveTo>
                <a:cubicBezTo>
                  <a:pt x="7579" y="4390"/>
                  <a:pt x="7750" y="4219"/>
                  <a:pt x="7750" y="4008"/>
                </a:cubicBezTo>
                <a:cubicBezTo>
                  <a:pt x="7750" y="3799"/>
                  <a:pt x="7579" y="3627"/>
                  <a:pt x="7368" y="3627"/>
                </a:cubicBezTo>
                <a:cubicBezTo>
                  <a:pt x="7159" y="3627"/>
                  <a:pt x="6986" y="3799"/>
                  <a:pt x="6986" y="4008"/>
                </a:cubicBezTo>
                <a:cubicBezTo>
                  <a:pt x="6986" y="4219"/>
                  <a:pt x="7159" y="4390"/>
                  <a:pt x="7368" y="4390"/>
                </a:cubicBezTo>
                <a:close/>
                <a:moveTo>
                  <a:pt x="2769" y="5670"/>
                </a:moveTo>
                <a:cubicBezTo>
                  <a:pt x="2769" y="5459"/>
                  <a:pt x="2596" y="5288"/>
                  <a:pt x="2387" y="5288"/>
                </a:cubicBezTo>
                <a:cubicBezTo>
                  <a:pt x="2177" y="5288"/>
                  <a:pt x="2006" y="5459"/>
                  <a:pt x="2006" y="5670"/>
                </a:cubicBezTo>
                <a:cubicBezTo>
                  <a:pt x="2006" y="5879"/>
                  <a:pt x="2177" y="6051"/>
                  <a:pt x="2387" y="6051"/>
                </a:cubicBezTo>
                <a:cubicBezTo>
                  <a:pt x="2596" y="6051"/>
                  <a:pt x="2769" y="5882"/>
                  <a:pt x="2769" y="5670"/>
                </a:cubicBezTo>
                <a:close/>
                <a:moveTo>
                  <a:pt x="2387" y="6948"/>
                </a:moveTo>
                <a:cubicBezTo>
                  <a:pt x="2177" y="6948"/>
                  <a:pt x="2006" y="7120"/>
                  <a:pt x="2006" y="7330"/>
                </a:cubicBezTo>
                <a:cubicBezTo>
                  <a:pt x="2006" y="7540"/>
                  <a:pt x="2177" y="7711"/>
                  <a:pt x="2387" y="7711"/>
                </a:cubicBezTo>
                <a:cubicBezTo>
                  <a:pt x="2596" y="7711"/>
                  <a:pt x="2769" y="7540"/>
                  <a:pt x="2769" y="7330"/>
                </a:cubicBezTo>
                <a:cubicBezTo>
                  <a:pt x="2769" y="7120"/>
                  <a:pt x="2600" y="6948"/>
                  <a:pt x="2387" y="6948"/>
                </a:cubicBezTo>
                <a:close/>
                <a:moveTo>
                  <a:pt x="4047" y="4390"/>
                </a:moveTo>
                <a:cubicBezTo>
                  <a:pt x="4258" y="4390"/>
                  <a:pt x="4429" y="4219"/>
                  <a:pt x="4429" y="4008"/>
                </a:cubicBezTo>
                <a:cubicBezTo>
                  <a:pt x="4429" y="3799"/>
                  <a:pt x="4258" y="3627"/>
                  <a:pt x="4047" y="3627"/>
                </a:cubicBezTo>
                <a:cubicBezTo>
                  <a:pt x="3838" y="3627"/>
                  <a:pt x="3665" y="3799"/>
                  <a:pt x="3665" y="4008"/>
                </a:cubicBezTo>
                <a:cubicBezTo>
                  <a:pt x="3665" y="4219"/>
                  <a:pt x="3838" y="4390"/>
                  <a:pt x="4047" y="4390"/>
                </a:cubicBezTo>
                <a:close/>
                <a:moveTo>
                  <a:pt x="3665" y="5670"/>
                </a:moveTo>
                <a:cubicBezTo>
                  <a:pt x="3665" y="5879"/>
                  <a:pt x="3838" y="6051"/>
                  <a:pt x="4047" y="6051"/>
                </a:cubicBezTo>
                <a:cubicBezTo>
                  <a:pt x="4258" y="6051"/>
                  <a:pt x="4429" y="5879"/>
                  <a:pt x="4429" y="5670"/>
                </a:cubicBezTo>
                <a:cubicBezTo>
                  <a:pt x="4429" y="5459"/>
                  <a:pt x="4258" y="5288"/>
                  <a:pt x="4047" y="5288"/>
                </a:cubicBezTo>
                <a:cubicBezTo>
                  <a:pt x="3838" y="5288"/>
                  <a:pt x="3665" y="5459"/>
                  <a:pt x="3665" y="5670"/>
                </a:cubicBezTo>
                <a:close/>
                <a:moveTo>
                  <a:pt x="4429" y="7330"/>
                </a:moveTo>
                <a:cubicBezTo>
                  <a:pt x="4429" y="7120"/>
                  <a:pt x="4258" y="6948"/>
                  <a:pt x="4047" y="6948"/>
                </a:cubicBezTo>
                <a:cubicBezTo>
                  <a:pt x="3838" y="6948"/>
                  <a:pt x="3665" y="7120"/>
                  <a:pt x="3665" y="7330"/>
                </a:cubicBezTo>
                <a:cubicBezTo>
                  <a:pt x="3665" y="7540"/>
                  <a:pt x="3838" y="7711"/>
                  <a:pt x="4047" y="7711"/>
                </a:cubicBezTo>
                <a:cubicBezTo>
                  <a:pt x="4258" y="7711"/>
                  <a:pt x="4429" y="7542"/>
                  <a:pt x="4429" y="7330"/>
                </a:cubicBezTo>
                <a:close/>
                <a:moveTo>
                  <a:pt x="5327" y="5670"/>
                </a:moveTo>
                <a:cubicBezTo>
                  <a:pt x="5327" y="5879"/>
                  <a:pt x="5498" y="6051"/>
                  <a:pt x="5708" y="6051"/>
                </a:cubicBezTo>
                <a:cubicBezTo>
                  <a:pt x="5918" y="6051"/>
                  <a:pt x="6090" y="5879"/>
                  <a:pt x="6090" y="5670"/>
                </a:cubicBezTo>
                <a:cubicBezTo>
                  <a:pt x="6090" y="5459"/>
                  <a:pt x="5918" y="5288"/>
                  <a:pt x="5708" y="5288"/>
                </a:cubicBezTo>
                <a:cubicBezTo>
                  <a:pt x="5498" y="5288"/>
                  <a:pt x="5327" y="5459"/>
                  <a:pt x="5327" y="5670"/>
                </a:cubicBezTo>
                <a:close/>
                <a:moveTo>
                  <a:pt x="8819" y="5917"/>
                </a:moveTo>
                <a:lnTo>
                  <a:pt x="7559" y="5917"/>
                </a:lnTo>
                <a:cubicBezTo>
                  <a:pt x="7350" y="5917"/>
                  <a:pt x="7177" y="6090"/>
                  <a:pt x="7177" y="6299"/>
                </a:cubicBezTo>
                <a:cubicBezTo>
                  <a:pt x="7177" y="6510"/>
                  <a:pt x="7350" y="6681"/>
                  <a:pt x="7559" y="6681"/>
                </a:cubicBezTo>
                <a:lnTo>
                  <a:pt x="8512" y="6681"/>
                </a:lnTo>
                <a:lnTo>
                  <a:pt x="7164" y="8024"/>
                </a:lnTo>
                <a:cubicBezTo>
                  <a:pt x="7122" y="8067"/>
                  <a:pt x="7055" y="8069"/>
                  <a:pt x="7011" y="8029"/>
                </a:cubicBezTo>
                <a:lnTo>
                  <a:pt x="6817" y="7852"/>
                </a:lnTo>
                <a:cubicBezTo>
                  <a:pt x="6647" y="7696"/>
                  <a:pt x="6428" y="7614"/>
                  <a:pt x="6199" y="7623"/>
                </a:cubicBezTo>
                <a:cubicBezTo>
                  <a:pt x="5970" y="7630"/>
                  <a:pt x="5756" y="7725"/>
                  <a:pt x="5595" y="7893"/>
                </a:cubicBezTo>
                <a:lnTo>
                  <a:pt x="4420" y="9130"/>
                </a:lnTo>
                <a:cubicBezTo>
                  <a:pt x="4275" y="9282"/>
                  <a:pt x="4281" y="9525"/>
                  <a:pt x="4433" y="9670"/>
                </a:cubicBezTo>
                <a:cubicBezTo>
                  <a:pt x="4507" y="9741"/>
                  <a:pt x="4601" y="9776"/>
                  <a:pt x="4696" y="9776"/>
                </a:cubicBezTo>
                <a:cubicBezTo>
                  <a:pt x="4797" y="9776"/>
                  <a:pt x="4899" y="9734"/>
                  <a:pt x="4972" y="9657"/>
                </a:cubicBezTo>
                <a:lnTo>
                  <a:pt x="6147" y="8421"/>
                </a:lnTo>
                <a:cubicBezTo>
                  <a:pt x="6189" y="8379"/>
                  <a:pt x="6258" y="8375"/>
                  <a:pt x="6302" y="8417"/>
                </a:cubicBezTo>
                <a:lnTo>
                  <a:pt x="6496" y="8594"/>
                </a:lnTo>
                <a:cubicBezTo>
                  <a:pt x="6841" y="8910"/>
                  <a:pt x="7373" y="8899"/>
                  <a:pt x="7703" y="8566"/>
                </a:cubicBezTo>
                <a:lnTo>
                  <a:pt x="9008" y="7264"/>
                </a:lnTo>
                <a:lnTo>
                  <a:pt x="9008" y="8189"/>
                </a:lnTo>
                <a:cubicBezTo>
                  <a:pt x="9008" y="8398"/>
                  <a:pt x="9179" y="8571"/>
                  <a:pt x="9390" y="8571"/>
                </a:cubicBezTo>
                <a:cubicBezTo>
                  <a:pt x="9599" y="8571"/>
                  <a:pt x="9772" y="8398"/>
                  <a:pt x="9772" y="8189"/>
                </a:cubicBezTo>
                <a:lnTo>
                  <a:pt x="9772" y="6871"/>
                </a:lnTo>
                <a:cubicBezTo>
                  <a:pt x="9773" y="6348"/>
                  <a:pt x="9346" y="5917"/>
                  <a:pt x="8819" y="5917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3" name="Google Shape;1673;p60"/>
          <p:cNvSpPr txBox="1">
            <a:spLocks noGrp="1"/>
          </p:cNvSpPr>
          <p:nvPr>
            <p:ph type="title" idx="3"/>
          </p:nvPr>
        </p:nvSpPr>
        <p:spPr>
          <a:xfrm>
            <a:off x="3222078" y="3351390"/>
            <a:ext cx="2699843" cy="16173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s-AR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s-AR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ide la velocidad con la cual los </a:t>
            </a:r>
            <a:r>
              <a:rPr lang="es-AR" dirty="0" err="1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Routers</a:t>
            </a:r>
            <a:r>
              <a:rPr lang="es-AR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 rellenan sus bases de datos</a:t>
            </a:r>
            <a:br>
              <a:rPr lang="es-AR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AR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AR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La red no puede ser operativa hasta que no se consiga la convergencia</a:t>
            </a:r>
            <a:endParaRPr lang="es-AR" dirty="0">
              <a:solidFill>
                <a:schemeClr val="bg1"/>
              </a:solidFill>
              <a:effectLst/>
              <a:latin typeface="Overpass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897;p69">
            <a:extLst>
              <a:ext uri="{FF2B5EF4-FFF2-40B4-BE49-F238E27FC236}">
                <a16:creationId xmlns:a16="http://schemas.microsoft.com/office/drawing/2014/main" id="{26192493-DB06-6772-7BFE-FE88C709A64A}"/>
              </a:ext>
            </a:extLst>
          </p:cNvPr>
          <p:cNvSpPr txBox="1">
            <a:spLocks/>
          </p:cNvSpPr>
          <p:nvPr/>
        </p:nvSpPr>
        <p:spPr>
          <a:xfrm>
            <a:off x="720000" y="174807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 marL="0" indent="0"/>
            <a:r>
              <a:rPr lang="es-AR" sz="4400" b="1" dirty="0">
                <a:solidFill>
                  <a:schemeClr val="bg1"/>
                </a:solidFill>
                <a:latin typeface="Oxanium" panose="020B0604020202020204" charset="0"/>
              </a:rPr>
              <a:t>¿Qué quiere decir </a:t>
            </a:r>
          </a:p>
          <a:p>
            <a:pPr marL="0" indent="0"/>
            <a:r>
              <a:rPr lang="es-AR" sz="4400" b="1" dirty="0">
                <a:solidFill>
                  <a:schemeClr val="accent4"/>
                </a:solidFill>
                <a:latin typeface="Oxanium" panose="020B0604020202020204" charset="0"/>
              </a:rPr>
              <a:t>Tiempo de Convergencia</a:t>
            </a:r>
            <a:r>
              <a:rPr lang="es-AR" sz="4400" b="1" dirty="0">
                <a:solidFill>
                  <a:schemeClr val="bg1"/>
                </a:solidFill>
                <a:latin typeface="Oxanium" panose="020B0604020202020204" charset="0"/>
              </a:rPr>
              <a:t>?</a:t>
            </a:r>
          </a:p>
          <a:p>
            <a:pPr marL="0" indent="0"/>
            <a:endParaRPr lang="es-AR" sz="4400" b="1" dirty="0">
              <a:solidFill>
                <a:schemeClr val="accent4"/>
              </a:solidFill>
              <a:latin typeface="Oxanium" panose="020B0604020202020204" charset="0"/>
            </a:endParaRPr>
          </a:p>
        </p:txBody>
      </p:sp>
      <p:sp>
        <p:nvSpPr>
          <p:cNvPr id="5" name="Google Shape;1383;p49">
            <a:extLst>
              <a:ext uri="{FF2B5EF4-FFF2-40B4-BE49-F238E27FC236}">
                <a16:creationId xmlns:a16="http://schemas.microsoft.com/office/drawing/2014/main" id="{108FF9D2-2711-E575-CA36-028081900179}"/>
              </a:ext>
            </a:extLst>
          </p:cNvPr>
          <p:cNvSpPr/>
          <p:nvPr/>
        </p:nvSpPr>
        <p:spPr>
          <a:xfrm>
            <a:off x="1700124" y="2791644"/>
            <a:ext cx="1003528" cy="1119492"/>
          </a:xfrm>
          <a:custGeom>
            <a:avLst/>
            <a:gdLst/>
            <a:ahLst/>
            <a:cxnLst/>
            <a:rect l="l" t="t" r="r" b="b"/>
            <a:pathLst>
              <a:path w="8760" h="9773" extrusionOk="0">
                <a:moveTo>
                  <a:pt x="3624" y="9009"/>
                </a:moveTo>
                <a:lnTo>
                  <a:pt x="1527" y="9009"/>
                </a:lnTo>
                <a:cubicBezTo>
                  <a:pt x="1105" y="9009"/>
                  <a:pt x="764" y="8667"/>
                  <a:pt x="764" y="8246"/>
                </a:cubicBezTo>
                <a:lnTo>
                  <a:pt x="764" y="2482"/>
                </a:lnTo>
                <a:cubicBezTo>
                  <a:pt x="764" y="2060"/>
                  <a:pt x="1105" y="1718"/>
                  <a:pt x="1527" y="1718"/>
                </a:cubicBezTo>
                <a:lnTo>
                  <a:pt x="2728" y="1718"/>
                </a:lnTo>
                <a:lnTo>
                  <a:pt x="2728" y="1909"/>
                </a:lnTo>
                <a:cubicBezTo>
                  <a:pt x="2728" y="2541"/>
                  <a:pt x="3241" y="3054"/>
                  <a:pt x="3873" y="3054"/>
                </a:cubicBezTo>
                <a:cubicBezTo>
                  <a:pt x="4505" y="3054"/>
                  <a:pt x="5018" y="2541"/>
                  <a:pt x="5018" y="1909"/>
                </a:cubicBezTo>
                <a:lnTo>
                  <a:pt x="5018" y="1718"/>
                </a:lnTo>
                <a:lnTo>
                  <a:pt x="6220" y="1718"/>
                </a:lnTo>
                <a:cubicBezTo>
                  <a:pt x="6643" y="1718"/>
                  <a:pt x="6983" y="2060"/>
                  <a:pt x="6983" y="2482"/>
                </a:cubicBezTo>
                <a:lnTo>
                  <a:pt x="6983" y="4181"/>
                </a:lnTo>
                <a:cubicBezTo>
                  <a:pt x="6983" y="4390"/>
                  <a:pt x="7156" y="4563"/>
                  <a:pt x="7365" y="4563"/>
                </a:cubicBezTo>
                <a:cubicBezTo>
                  <a:pt x="7576" y="4563"/>
                  <a:pt x="7747" y="4390"/>
                  <a:pt x="7747" y="4181"/>
                </a:cubicBezTo>
                <a:lnTo>
                  <a:pt x="7747" y="2482"/>
                </a:lnTo>
                <a:cubicBezTo>
                  <a:pt x="7747" y="1640"/>
                  <a:pt x="7063" y="955"/>
                  <a:pt x="6220" y="955"/>
                </a:cubicBezTo>
                <a:lnTo>
                  <a:pt x="5018" y="955"/>
                </a:lnTo>
                <a:lnTo>
                  <a:pt x="5018" y="382"/>
                </a:lnTo>
                <a:cubicBezTo>
                  <a:pt x="5018" y="173"/>
                  <a:pt x="4846" y="0"/>
                  <a:pt x="4636" y="0"/>
                </a:cubicBezTo>
                <a:lnTo>
                  <a:pt x="3109" y="0"/>
                </a:lnTo>
                <a:cubicBezTo>
                  <a:pt x="2899" y="0"/>
                  <a:pt x="2728" y="173"/>
                  <a:pt x="2728" y="382"/>
                </a:cubicBezTo>
                <a:lnTo>
                  <a:pt x="2728" y="955"/>
                </a:lnTo>
                <a:lnTo>
                  <a:pt x="1527" y="955"/>
                </a:lnTo>
                <a:cubicBezTo>
                  <a:pt x="685" y="955"/>
                  <a:pt x="1" y="1640"/>
                  <a:pt x="1" y="2482"/>
                </a:cubicBezTo>
                <a:lnTo>
                  <a:pt x="1" y="8246"/>
                </a:lnTo>
                <a:cubicBezTo>
                  <a:pt x="1" y="9087"/>
                  <a:pt x="685" y="9773"/>
                  <a:pt x="1527" y="9773"/>
                </a:cubicBezTo>
                <a:lnTo>
                  <a:pt x="3624" y="9773"/>
                </a:lnTo>
                <a:cubicBezTo>
                  <a:pt x="3835" y="9773"/>
                  <a:pt x="4006" y="9602"/>
                  <a:pt x="4006" y="9391"/>
                </a:cubicBezTo>
                <a:cubicBezTo>
                  <a:pt x="4006" y="9182"/>
                  <a:pt x="3835" y="9009"/>
                  <a:pt x="3624" y="9009"/>
                </a:cubicBezTo>
                <a:close/>
                <a:moveTo>
                  <a:pt x="3491" y="764"/>
                </a:moveTo>
                <a:lnTo>
                  <a:pt x="4255" y="764"/>
                </a:lnTo>
                <a:lnTo>
                  <a:pt x="4255" y="1909"/>
                </a:lnTo>
                <a:cubicBezTo>
                  <a:pt x="4255" y="2120"/>
                  <a:pt x="4082" y="2291"/>
                  <a:pt x="3873" y="2291"/>
                </a:cubicBezTo>
                <a:cubicBezTo>
                  <a:pt x="3662" y="2291"/>
                  <a:pt x="3491" y="2120"/>
                  <a:pt x="3491" y="1909"/>
                </a:cubicBezTo>
                <a:close/>
                <a:moveTo>
                  <a:pt x="6449" y="5154"/>
                </a:moveTo>
                <a:cubicBezTo>
                  <a:pt x="5177" y="5154"/>
                  <a:pt x="4140" y="6191"/>
                  <a:pt x="4140" y="7464"/>
                </a:cubicBezTo>
                <a:cubicBezTo>
                  <a:pt x="4140" y="8736"/>
                  <a:pt x="5177" y="9773"/>
                  <a:pt x="6449" y="9773"/>
                </a:cubicBezTo>
                <a:cubicBezTo>
                  <a:pt x="7722" y="9773"/>
                  <a:pt x="8759" y="8736"/>
                  <a:pt x="8759" y="7464"/>
                </a:cubicBezTo>
                <a:cubicBezTo>
                  <a:pt x="8759" y="6191"/>
                  <a:pt x="7722" y="5154"/>
                  <a:pt x="6449" y="5154"/>
                </a:cubicBezTo>
                <a:close/>
                <a:moveTo>
                  <a:pt x="6449" y="9009"/>
                </a:moveTo>
                <a:cubicBezTo>
                  <a:pt x="5597" y="9009"/>
                  <a:pt x="4904" y="8316"/>
                  <a:pt x="4904" y="7464"/>
                </a:cubicBezTo>
                <a:cubicBezTo>
                  <a:pt x="4904" y="6610"/>
                  <a:pt x="5597" y="5917"/>
                  <a:pt x="6449" y="5917"/>
                </a:cubicBezTo>
                <a:cubicBezTo>
                  <a:pt x="7302" y="5917"/>
                  <a:pt x="7996" y="6610"/>
                  <a:pt x="7996" y="7464"/>
                </a:cubicBezTo>
                <a:cubicBezTo>
                  <a:pt x="7996" y="8316"/>
                  <a:pt x="7302" y="9009"/>
                  <a:pt x="6449" y="9009"/>
                </a:cubicBezTo>
                <a:close/>
                <a:moveTo>
                  <a:pt x="7385" y="7464"/>
                </a:moveTo>
                <a:cubicBezTo>
                  <a:pt x="7385" y="7673"/>
                  <a:pt x="7212" y="7846"/>
                  <a:pt x="7003" y="7846"/>
                </a:cubicBezTo>
                <a:lnTo>
                  <a:pt x="6449" y="7846"/>
                </a:lnTo>
                <a:cubicBezTo>
                  <a:pt x="6240" y="7846"/>
                  <a:pt x="6067" y="7673"/>
                  <a:pt x="6067" y="7464"/>
                </a:cubicBezTo>
                <a:lnTo>
                  <a:pt x="6067" y="6681"/>
                </a:lnTo>
                <a:cubicBezTo>
                  <a:pt x="6067" y="6471"/>
                  <a:pt x="6240" y="6299"/>
                  <a:pt x="6449" y="6299"/>
                </a:cubicBezTo>
                <a:cubicBezTo>
                  <a:pt x="6660" y="6299"/>
                  <a:pt x="6831" y="6471"/>
                  <a:pt x="6831" y="6681"/>
                </a:cubicBezTo>
                <a:lnTo>
                  <a:pt x="6831" y="7082"/>
                </a:lnTo>
                <a:lnTo>
                  <a:pt x="7003" y="7082"/>
                </a:lnTo>
                <a:cubicBezTo>
                  <a:pt x="7212" y="7082"/>
                  <a:pt x="7385" y="7253"/>
                  <a:pt x="7385" y="746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883615"/>
      </p:ext>
    </p:extLst>
  </p:cSld>
  <p:clrMapOvr>
    <a:masterClrMapping/>
  </p:clrMapOvr>
  <p:transition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44"/>
          <p:cNvSpPr txBox="1">
            <a:spLocks noGrp="1"/>
          </p:cNvSpPr>
          <p:nvPr>
            <p:ph type="title" idx="15"/>
          </p:nvPr>
        </p:nvSpPr>
        <p:spPr>
          <a:xfrm rot="-1973" flipH="1">
            <a:off x="5261699" y="3203875"/>
            <a:ext cx="579836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uFill>
                  <a:noFill/>
                </a:uFill>
                <a:hlinkClick r:id="" action="ppaction://noaction"/>
              </a:rPr>
              <a:t>04</a:t>
            </a:r>
            <a:endParaRPr dirty="0"/>
          </a:p>
        </p:txBody>
      </p:sp>
      <p:sp>
        <p:nvSpPr>
          <p:cNvPr id="1219" name="Google Shape;1219;p44"/>
          <p:cNvSpPr/>
          <p:nvPr/>
        </p:nvSpPr>
        <p:spPr>
          <a:xfrm>
            <a:off x="4270662" y="1603441"/>
            <a:ext cx="602700" cy="6027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0" name="Google Shape;1220;p44"/>
          <p:cNvSpPr/>
          <p:nvPr/>
        </p:nvSpPr>
        <p:spPr>
          <a:xfrm>
            <a:off x="4270662" y="2380491"/>
            <a:ext cx="602700" cy="6027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44"/>
          <p:cNvSpPr/>
          <p:nvPr/>
        </p:nvSpPr>
        <p:spPr>
          <a:xfrm>
            <a:off x="4270662" y="3157541"/>
            <a:ext cx="602700" cy="6027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44"/>
          <p:cNvSpPr/>
          <p:nvPr/>
        </p:nvSpPr>
        <p:spPr>
          <a:xfrm>
            <a:off x="4270662" y="3934591"/>
            <a:ext cx="602700" cy="6027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44"/>
          <p:cNvSpPr txBox="1">
            <a:spLocks noGrp="1"/>
          </p:cNvSpPr>
          <p:nvPr>
            <p:ph type="subTitle" idx="1"/>
          </p:nvPr>
        </p:nvSpPr>
        <p:spPr>
          <a:xfrm>
            <a:off x="1188054" y="1422085"/>
            <a:ext cx="2218374" cy="865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</a:rPr>
              <a:t>Un </a:t>
            </a:r>
            <a:r>
              <a:rPr lang="es-AR" sz="1600" dirty="0" err="1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</a:rPr>
              <a:t>Router</a:t>
            </a:r>
            <a:r>
              <a:rPr lang="es-AR" sz="1600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</a:rPr>
              <a:t> envía un anuncio de Estado de Link (</a:t>
            </a:r>
            <a:r>
              <a:rPr lang="es-AR" sz="1600" b="1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</a:rPr>
              <a:t>LSA</a:t>
            </a:r>
            <a:r>
              <a:rPr lang="es-AR" sz="1600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</a:rPr>
              <a:t>).</a:t>
            </a:r>
            <a:endParaRPr sz="1200" dirty="0">
              <a:solidFill>
                <a:schemeClr val="bg1"/>
              </a:solidFill>
              <a:latin typeface="Overpass" panose="020B0604020202020204" charset="0"/>
            </a:endParaRPr>
          </a:p>
        </p:txBody>
      </p:sp>
      <p:sp>
        <p:nvSpPr>
          <p:cNvPr id="1230" name="Google Shape;1230;p44"/>
          <p:cNvSpPr txBox="1">
            <a:spLocks noGrp="1"/>
          </p:cNvSpPr>
          <p:nvPr>
            <p:ph type="title" idx="6"/>
          </p:nvPr>
        </p:nvSpPr>
        <p:spPr>
          <a:xfrm rot="1973">
            <a:off x="3429293" y="2902525"/>
            <a:ext cx="579676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uFill>
                  <a:noFill/>
                </a:uFill>
                <a:hlinkClick r:id="" action="ppaction://noaction"/>
              </a:rPr>
              <a:t>03</a:t>
            </a:r>
            <a:endParaRPr dirty="0"/>
          </a:p>
        </p:txBody>
      </p:sp>
      <p:sp>
        <p:nvSpPr>
          <p:cNvPr id="1232" name="Google Shape;1232;p44"/>
          <p:cNvSpPr txBox="1">
            <a:spLocks noGrp="1"/>
          </p:cNvSpPr>
          <p:nvPr>
            <p:ph type="subTitle" idx="8"/>
          </p:nvPr>
        </p:nvSpPr>
        <p:spPr>
          <a:xfrm>
            <a:off x="667445" y="2856191"/>
            <a:ext cx="2755559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</a:rPr>
              <a:t>S</a:t>
            </a:r>
            <a:r>
              <a:rPr lang="es-AR" sz="1600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</a:rPr>
              <a:t>e organiza la información utilizando </a:t>
            </a:r>
            <a:r>
              <a:rPr lang="es-AR" sz="1600" b="1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</a:rPr>
              <a:t>LSA</a:t>
            </a:r>
            <a:r>
              <a:rPr lang="es-AR" sz="1600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</a:rPr>
              <a:t> y la base de datos de estado de enlace </a:t>
            </a:r>
            <a:r>
              <a:rPr lang="es-AR" sz="1600" b="1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</a:rPr>
              <a:t>LSDB</a:t>
            </a:r>
            <a:r>
              <a:rPr lang="es-AR" sz="1600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</a:rPr>
              <a:t>.</a:t>
            </a:r>
            <a:endParaRPr sz="1200" dirty="0">
              <a:solidFill>
                <a:schemeClr val="bg1"/>
              </a:solidFill>
              <a:latin typeface="Overpass" panose="020B0604020202020204" charset="0"/>
            </a:endParaRPr>
          </a:p>
        </p:txBody>
      </p:sp>
      <p:sp>
        <p:nvSpPr>
          <p:cNvPr id="1233" name="Google Shape;1233;p44"/>
          <p:cNvSpPr txBox="1">
            <a:spLocks noGrp="1"/>
          </p:cNvSpPr>
          <p:nvPr>
            <p:ph type="title" idx="9"/>
          </p:nvPr>
        </p:nvSpPr>
        <p:spPr>
          <a:xfrm rot="-1973" flipH="1">
            <a:off x="5238991" y="1701612"/>
            <a:ext cx="602545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uFill>
                  <a:noFill/>
                </a:uFill>
                <a:hlinkClick r:id="" action="ppaction://noaction"/>
              </a:rPr>
              <a:t>02</a:t>
            </a:r>
            <a:endParaRPr dirty="0"/>
          </a:p>
        </p:txBody>
      </p:sp>
      <p:sp>
        <p:nvSpPr>
          <p:cNvPr id="1235" name="Google Shape;1235;p44"/>
          <p:cNvSpPr txBox="1">
            <a:spLocks noGrp="1"/>
          </p:cNvSpPr>
          <p:nvPr>
            <p:ph type="subTitle" idx="14"/>
          </p:nvPr>
        </p:nvSpPr>
        <p:spPr>
          <a:xfrm flipH="1">
            <a:off x="5737596" y="1698338"/>
            <a:ext cx="2819083" cy="4129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800"/>
              </a:spcAft>
            </a:pPr>
            <a:r>
              <a:rPr lang="es-AR" sz="1600" dirty="0">
                <a:solidFill>
                  <a:schemeClr val="bg1"/>
                </a:solidFill>
                <a:latin typeface="Overpass" panose="020B0604020202020204" charset="0"/>
                <a:ea typeface="Times New Roman" panose="02020603050405020304" pitchFamily="18" charset="0"/>
              </a:rPr>
              <a:t>Cada </a:t>
            </a:r>
            <a:r>
              <a:rPr lang="es-AR" sz="1600" dirty="0" err="1">
                <a:solidFill>
                  <a:schemeClr val="bg1"/>
                </a:solidFill>
                <a:latin typeface="Overpass" panose="020B0604020202020204" charset="0"/>
                <a:ea typeface="Times New Roman" panose="02020603050405020304" pitchFamily="18" charset="0"/>
              </a:rPr>
              <a:t>router</a:t>
            </a:r>
            <a:r>
              <a:rPr lang="es-AR" sz="1600" dirty="0">
                <a:solidFill>
                  <a:schemeClr val="bg1"/>
                </a:solidFill>
                <a:latin typeface="Overpass" panose="020B0604020202020204" charset="0"/>
                <a:ea typeface="Times New Roman" panose="02020603050405020304" pitchFamily="18" charset="0"/>
              </a:rPr>
              <a:t> almacena una copia del </a:t>
            </a:r>
            <a:r>
              <a:rPr lang="es-AR" sz="1600" b="1" dirty="0">
                <a:solidFill>
                  <a:schemeClr val="bg1"/>
                </a:solidFill>
                <a:latin typeface="Overpass" panose="020B0604020202020204" charset="0"/>
                <a:ea typeface="Times New Roman" panose="02020603050405020304" pitchFamily="18" charset="0"/>
              </a:rPr>
              <a:t>LSA</a:t>
            </a:r>
            <a:r>
              <a:rPr lang="es-AR" sz="1600" dirty="0">
                <a:solidFill>
                  <a:schemeClr val="bg1"/>
                </a:solidFill>
                <a:latin typeface="Overpass" panose="020B0604020202020204" charset="0"/>
                <a:ea typeface="Times New Roman" panose="02020603050405020304" pitchFamily="18" charset="0"/>
              </a:rPr>
              <a:t> y propaga la información a los demás.</a:t>
            </a:r>
            <a:endParaRPr lang="es-AR" sz="1600" dirty="0">
              <a:solidFill>
                <a:schemeClr val="bg1"/>
              </a:solidFill>
              <a:effectLst/>
              <a:latin typeface="Overpass" panose="020B0604020202020204" charset="0"/>
              <a:ea typeface="Times New Roman" panose="02020603050405020304" pitchFamily="18" charset="0"/>
            </a:endParaRPr>
          </a:p>
        </p:txBody>
      </p:sp>
      <p:sp>
        <p:nvSpPr>
          <p:cNvPr id="1237" name="Google Shape;1237;p44"/>
          <p:cNvSpPr txBox="1">
            <a:spLocks noGrp="1"/>
          </p:cNvSpPr>
          <p:nvPr>
            <p:ph type="subTitle" idx="17"/>
          </p:nvPr>
        </p:nvSpPr>
        <p:spPr>
          <a:xfrm flipH="1">
            <a:off x="5784286" y="3157541"/>
            <a:ext cx="243864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s-AR" sz="1600" dirty="0">
                <a:solidFill>
                  <a:schemeClr val="bg1"/>
                </a:solidFill>
                <a:effectLst/>
                <a:latin typeface="Overpass" panose="020B0604020202020204" charset="0"/>
                <a:ea typeface="Times New Roman" panose="02020603050405020304" pitchFamily="18" charset="0"/>
              </a:rPr>
              <a:t>Se calcula un árbol de trayectoria más corta a todos los destinos con el algoritmo </a:t>
            </a:r>
            <a:r>
              <a:rPr lang="es-AR" sz="1600" b="1" dirty="0">
                <a:solidFill>
                  <a:schemeClr val="bg1"/>
                </a:solidFill>
                <a:effectLst/>
                <a:latin typeface="Overpass" panose="020B0604020202020204" charset="0"/>
                <a:ea typeface="Times New Roman" panose="02020603050405020304" pitchFamily="18" charset="0"/>
              </a:rPr>
              <a:t>Dijkstra</a:t>
            </a:r>
            <a:r>
              <a:rPr lang="es-AR" sz="1600" dirty="0">
                <a:solidFill>
                  <a:schemeClr val="bg1"/>
                </a:solidFill>
                <a:effectLst/>
                <a:latin typeface="Overpass" panose="020B0604020202020204" charset="0"/>
                <a:ea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cxnSp>
        <p:nvCxnSpPr>
          <p:cNvPr id="1238" name="Google Shape;1238;p44"/>
          <p:cNvCxnSpPr>
            <a:stCxn id="1219" idx="4"/>
            <a:endCxn id="1220" idx="0"/>
          </p:cNvCxnSpPr>
          <p:nvPr/>
        </p:nvCxnSpPr>
        <p:spPr>
          <a:xfrm>
            <a:off x="4572012" y="2206141"/>
            <a:ext cx="0" cy="174300"/>
          </a:xfrm>
          <a:prstGeom prst="straightConnector1">
            <a:avLst/>
          </a:prstGeom>
          <a:noFill/>
          <a:ln w="952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9" name="Google Shape;1239;p44"/>
          <p:cNvCxnSpPr>
            <a:stCxn id="1220" idx="4"/>
            <a:endCxn id="1221" idx="0"/>
          </p:cNvCxnSpPr>
          <p:nvPr/>
        </p:nvCxnSpPr>
        <p:spPr>
          <a:xfrm>
            <a:off x="4572012" y="2983191"/>
            <a:ext cx="0" cy="174300"/>
          </a:xfrm>
          <a:prstGeom prst="straightConnector1">
            <a:avLst/>
          </a:prstGeom>
          <a:noFill/>
          <a:ln w="952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0" name="Google Shape;1240;p44"/>
          <p:cNvCxnSpPr>
            <a:stCxn id="1221" idx="4"/>
            <a:endCxn id="1222" idx="0"/>
          </p:cNvCxnSpPr>
          <p:nvPr/>
        </p:nvCxnSpPr>
        <p:spPr>
          <a:xfrm>
            <a:off x="4572012" y="3760241"/>
            <a:ext cx="0" cy="174300"/>
          </a:xfrm>
          <a:prstGeom prst="straightConnector1">
            <a:avLst/>
          </a:prstGeom>
          <a:noFill/>
          <a:ln w="952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2" name="Google Shape;1242;p44"/>
          <p:cNvCxnSpPr>
            <a:cxnSpLocks/>
            <a:stCxn id="48" idx="1"/>
            <a:endCxn id="1219" idx="2"/>
          </p:cNvCxnSpPr>
          <p:nvPr/>
        </p:nvCxnSpPr>
        <p:spPr>
          <a:xfrm>
            <a:off x="4009129" y="1723435"/>
            <a:ext cx="261533" cy="181356"/>
          </a:xfrm>
          <a:prstGeom prst="bentConnector3">
            <a:avLst>
              <a:gd name="adj1" fmla="val 50000"/>
            </a:avLst>
          </a:prstGeom>
          <a:noFill/>
          <a:ln w="952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3" name="Google Shape;1243;p44"/>
          <p:cNvCxnSpPr>
            <a:cxnSpLocks/>
            <a:stCxn id="1220" idx="6"/>
            <a:endCxn id="1233" idx="3"/>
          </p:cNvCxnSpPr>
          <p:nvPr/>
        </p:nvCxnSpPr>
        <p:spPr>
          <a:xfrm flipV="1">
            <a:off x="4873362" y="1979885"/>
            <a:ext cx="365629" cy="701956"/>
          </a:xfrm>
          <a:prstGeom prst="bentConnector3">
            <a:avLst>
              <a:gd name="adj1" fmla="val 50000"/>
            </a:avLst>
          </a:prstGeom>
          <a:noFill/>
          <a:ln w="952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4" name="Google Shape;1244;p44"/>
          <p:cNvCxnSpPr>
            <a:cxnSpLocks/>
            <a:stCxn id="1230" idx="3"/>
            <a:endCxn id="1221" idx="2"/>
          </p:cNvCxnSpPr>
          <p:nvPr/>
        </p:nvCxnSpPr>
        <p:spPr>
          <a:xfrm>
            <a:off x="4008969" y="3180791"/>
            <a:ext cx="261693" cy="278100"/>
          </a:xfrm>
          <a:prstGeom prst="bentConnector3">
            <a:avLst>
              <a:gd name="adj1" fmla="val 50000"/>
            </a:avLst>
          </a:prstGeom>
          <a:noFill/>
          <a:ln w="952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5" name="Google Shape;1245;p44"/>
          <p:cNvCxnSpPr>
            <a:cxnSpLocks/>
            <a:stCxn id="1222" idx="6"/>
            <a:endCxn id="1218" idx="3"/>
          </p:cNvCxnSpPr>
          <p:nvPr/>
        </p:nvCxnSpPr>
        <p:spPr>
          <a:xfrm flipV="1">
            <a:off x="4873362" y="3482141"/>
            <a:ext cx="388337" cy="753800"/>
          </a:xfrm>
          <a:prstGeom prst="bentConnector3">
            <a:avLst>
              <a:gd name="adj1" fmla="val 50000"/>
            </a:avLst>
          </a:prstGeom>
          <a:noFill/>
          <a:ln w="952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B86D3B2-E12A-FE7E-5614-A3CF21D628EA}"/>
              </a:ext>
            </a:extLst>
          </p:cNvPr>
          <p:cNvSpPr txBox="1"/>
          <p:nvPr/>
        </p:nvSpPr>
        <p:spPr>
          <a:xfrm>
            <a:off x="1188054" y="270601"/>
            <a:ext cx="65933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4000" b="1" dirty="0">
                <a:solidFill>
                  <a:schemeClr val="bg1"/>
                </a:solidFill>
                <a:latin typeface="Oxanium" panose="020B0604020202020204" charset="0"/>
              </a:rPr>
              <a:t>¿ Cómo Funciona </a:t>
            </a:r>
            <a:r>
              <a:rPr lang="es-AR" sz="4000" b="1" dirty="0">
                <a:solidFill>
                  <a:schemeClr val="accent4"/>
                </a:solidFill>
                <a:latin typeface="Oxanium" panose="020B0604020202020204" charset="0"/>
              </a:rPr>
              <a:t>OSPF </a:t>
            </a:r>
            <a:r>
              <a:rPr lang="es-AR" sz="4000" b="1" dirty="0">
                <a:solidFill>
                  <a:schemeClr val="bg1"/>
                </a:solidFill>
                <a:latin typeface="Oxanium" panose="020B0604020202020204" charset="0"/>
              </a:rPr>
              <a:t>?</a:t>
            </a:r>
            <a:endParaRPr lang="es-AR" sz="4000" b="1" dirty="0">
              <a:latin typeface="Oxanium" panose="020B0604020202020204" charset="0"/>
            </a:endParaRPr>
          </a:p>
        </p:txBody>
      </p:sp>
      <p:sp>
        <p:nvSpPr>
          <p:cNvPr id="40" name="Google Shape;2040;p76">
            <a:extLst>
              <a:ext uri="{FF2B5EF4-FFF2-40B4-BE49-F238E27FC236}">
                <a16:creationId xmlns:a16="http://schemas.microsoft.com/office/drawing/2014/main" id="{9FAA44A9-B9D5-3EC0-8595-A1BC558BD5D4}"/>
              </a:ext>
            </a:extLst>
          </p:cNvPr>
          <p:cNvSpPr/>
          <p:nvPr/>
        </p:nvSpPr>
        <p:spPr>
          <a:xfrm>
            <a:off x="4439483" y="2568428"/>
            <a:ext cx="265032" cy="265032"/>
          </a:xfrm>
          <a:custGeom>
            <a:avLst/>
            <a:gdLst/>
            <a:ahLst/>
            <a:cxnLst/>
            <a:rect l="l" t="t" r="r" b="b"/>
            <a:pathLst>
              <a:path w="9310" h="9310" extrusionOk="0">
                <a:moveTo>
                  <a:pt x="9310" y="8219"/>
                </a:moveTo>
                <a:cubicBezTo>
                  <a:pt x="9310" y="8418"/>
                  <a:pt x="9145" y="8582"/>
                  <a:pt x="8946" y="8582"/>
                </a:cubicBezTo>
                <a:lnTo>
                  <a:pt x="5382" y="8582"/>
                </a:lnTo>
                <a:cubicBezTo>
                  <a:pt x="5181" y="8582"/>
                  <a:pt x="5018" y="8418"/>
                  <a:pt x="5018" y="8219"/>
                </a:cubicBezTo>
                <a:cubicBezTo>
                  <a:pt x="5018" y="8018"/>
                  <a:pt x="4854" y="7855"/>
                  <a:pt x="4655" y="7855"/>
                </a:cubicBezTo>
                <a:cubicBezTo>
                  <a:pt x="4454" y="7855"/>
                  <a:pt x="4291" y="8018"/>
                  <a:pt x="4291" y="8219"/>
                </a:cubicBezTo>
                <a:cubicBezTo>
                  <a:pt x="4291" y="8418"/>
                  <a:pt x="4454" y="8582"/>
                  <a:pt x="4655" y="8582"/>
                </a:cubicBezTo>
                <a:cubicBezTo>
                  <a:pt x="4854" y="8582"/>
                  <a:pt x="5018" y="8745"/>
                  <a:pt x="5018" y="8946"/>
                </a:cubicBezTo>
                <a:cubicBezTo>
                  <a:pt x="5018" y="9145"/>
                  <a:pt x="4854" y="9310"/>
                  <a:pt x="4655" y="9310"/>
                </a:cubicBezTo>
                <a:cubicBezTo>
                  <a:pt x="4181" y="9310"/>
                  <a:pt x="3776" y="9006"/>
                  <a:pt x="3625" y="8582"/>
                </a:cubicBezTo>
                <a:lnTo>
                  <a:pt x="364" y="8582"/>
                </a:lnTo>
                <a:cubicBezTo>
                  <a:pt x="163" y="8582"/>
                  <a:pt x="0" y="8418"/>
                  <a:pt x="0" y="8219"/>
                </a:cubicBezTo>
                <a:cubicBezTo>
                  <a:pt x="0" y="8018"/>
                  <a:pt x="163" y="7855"/>
                  <a:pt x="364" y="7855"/>
                </a:cubicBezTo>
                <a:lnTo>
                  <a:pt x="3628" y="7855"/>
                </a:lnTo>
                <a:cubicBezTo>
                  <a:pt x="3737" y="7545"/>
                  <a:pt x="3981" y="7301"/>
                  <a:pt x="4293" y="7189"/>
                </a:cubicBezTo>
                <a:lnTo>
                  <a:pt x="4293" y="6563"/>
                </a:lnTo>
                <a:lnTo>
                  <a:pt x="2220" y="6563"/>
                </a:lnTo>
                <a:cubicBezTo>
                  <a:pt x="1418" y="6563"/>
                  <a:pt x="765" y="5912"/>
                  <a:pt x="765" y="5109"/>
                </a:cubicBezTo>
                <a:lnTo>
                  <a:pt x="765" y="1273"/>
                </a:lnTo>
                <a:cubicBezTo>
                  <a:pt x="765" y="570"/>
                  <a:pt x="1337" y="0"/>
                  <a:pt x="2038" y="0"/>
                </a:cubicBezTo>
                <a:lnTo>
                  <a:pt x="3075" y="0"/>
                </a:lnTo>
                <a:cubicBezTo>
                  <a:pt x="3657" y="0"/>
                  <a:pt x="4149" y="393"/>
                  <a:pt x="4300" y="927"/>
                </a:cubicBezTo>
                <a:lnTo>
                  <a:pt x="7093" y="927"/>
                </a:lnTo>
                <a:cubicBezTo>
                  <a:pt x="7483" y="927"/>
                  <a:pt x="7848" y="1078"/>
                  <a:pt x="8123" y="1353"/>
                </a:cubicBezTo>
                <a:cubicBezTo>
                  <a:pt x="8396" y="1628"/>
                  <a:pt x="8547" y="1993"/>
                  <a:pt x="8547" y="2381"/>
                </a:cubicBezTo>
                <a:lnTo>
                  <a:pt x="8547" y="3291"/>
                </a:lnTo>
                <a:cubicBezTo>
                  <a:pt x="8547" y="3491"/>
                  <a:pt x="8384" y="3654"/>
                  <a:pt x="8184" y="3654"/>
                </a:cubicBezTo>
                <a:lnTo>
                  <a:pt x="8184" y="3654"/>
                </a:lnTo>
                <a:cubicBezTo>
                  <a:pt x="7984" y="3654"/>
                  <a:pt x="7820" y="3491"/>
                  <a:pt x="7820" y="3291"/>
                </a:cubicBezTo>
                <a:lnTo>
                  <a:pt x="7820" y="3145"/>
                </a:lnTo>
                <a:lnTo>
                  <a:pt x="2602" y="3145"/>
                </a:lnTo>
                <a:cubicBezTo>
                  <a:pt x="2402" y="3145"/>
                  <a:pt x="2239" y="2982"/>
                  <a:pt x="2239" y="2781"/>
                </a:cubicBezTo>
                <a:cubicBezTo>
                  <a:pt x="2239" y="2582"/>
                  <a:pt x="2402" y="2418"/>
                  <a:pt x="2602" y="2418"/>
                </a:cubicBezTo>
                <a:lnTo>
                  <a:pt x="7820" y="2418"/>
                </a:lnTo>
                <a:lnTo>
                  <a:pt x="7820" y="2381"/>
                </a:lnTo>
                <a:cubicBezTo>
                  <a:pt x="7820" y="2188"/>
                  <a:pt x="7744" y="2006"/>
                  <a:pt x="7608" y="1868"/>
                </a:cubicBezTo>
                <a:cubicBezTo>
                  <a:pt x="7469" y="1728"/>
                  <a:pt x="7288" y="1654"/>
                  <a:pt x="7093" y="1654"/>
                </a:cubicBezTo>
                <a:lnTo>
                  <a:pt x="3984" y="1654"/>
                </a:lnTo>
                <a:cubicBezTo>
                  <a:pt x="3783" y="1654"/>
                  <a:pt x="3621" y="1491"/>
                  <a:pt x="3621" y="1291"/>
                </a:cubicBezTo>
                <a:lnTo>
                  <a:pt x="3621" y="1273"/>
                </a:lnTo>
                <a:cubicBezTo>
                  <a:pt x="3621" y="973"/>
                  <a:pt x="3375" y="728"/>
                  <a:pt x="3075" y="728"/>
                </a:cubicBezTo>
                <a:lnTo>
                  <a:pt x="2038" y="728"/>
                </a:lnTo>
                <a:cubicBezTo>
                  <a:pt x="1738" y="728"/>
                  <a:pt x="1492" y="973"/>
                  <a:pt x="1492" y="1273"/>
                </a:cubicBezTo>
                <a:lnTo>
                  <a:pt x="1492" y="5109"/>
                </a:lnTo>
                <a:cubicBezTo>
                  <a:pt x="1492" y="5512"/>
                  <a:pt x="1818" y="5836"/>
                  <a:pt x="2220" y="5836"/>
                </a:cubicBezTo>
                <a:lnTo>
                  <a:pt x="7091" y="5836"/>
                </a:lnTo>
                <a:cubicBezTo>
                  <a:pt x="7491" y="5836"/>
                  <a:pt x="7819" y="5512"/>
                  <a:pt x="7819" y="5109"/>
                </a:cubicBezTo>
                <a:cubicBezTo>
                  <a:pt x="7819" y="4910"/>
                  <a:pt x="7981" y="4745"/>
                  <a:pt x="8182" y="4745"/>
                </a:cubicBezTo>
                <a:lnTo>
                  <a:pt x="8182" y="4745"/>
                </a:lnTo>
                <a:cubicBezTo>
                  <a:pt x="8381" y="4745"/>
                  <a:pt x="8546" y="4910"/>
                  <a:pt x="8546" y="5109"/>
                </a:cubicBezTo>
                <a:cubicBezTo>
                  <a:pt x="8546" y="5912"/>
                  <a:pt x="7893" y="6563"/>
                  <a:pt x="7091" y="6563"/>
                </a:cubicBezTo>
                <a:lnTo>
                  <a:pt x="5018" y="6563"/>
                </a:lnTo>
                <a:lnTo>
                  <a:pt x="5018" y="7189"/>
                </a:lnTo>
                <a:cubicBezTo>
                  <a:pt x="5327" y="7298"/>
                  <a:pt x="5573" y="7544"/>
                  <a:pt x="5683" y="7855"/>
                </a:cubicBezTo>
                <a:lnTo>
                  <a:pt x="8946" y="7855"/>
                </a:lnTo>
                <a:cubicBezTo>
                  <a:pt x="9148" y="7855"/>
                  <a:pt x="9310" y="8018"/>
                  <a:pt x="9310" y="8219"/>
                </a:cubicBezTo>
                <a:close/>
                <a:moveTo>
                  <a:pt x="2236" y="4418"/>
                </a:moveTo>
                <a:lnTo>
                  <a:pt x="2236" y="4418"/>
                </a:lnTo>
                <a:cubicBezTo>
                  <a:pt x="2236" y="4619"/>
                  <a:pt x="2400" y="4782"/>
                  <a:pt x="2599" y="4782"/>
                </a:cubicBezTo>
                <a:cubicBezTo>
                  <a:pt x="2800" y="4782"/>
                  <a:pt x="2963" y="4619"/>
                  <a:pt x="2963" y="4418"/>
                </a:cubicBezTo>
                <a:lnTo>
                  <a:pt x="2963" y="4418"/>
                </a:lnTo>
                <a:cubicBezTo>
                  <a:pt x="2963" y="4219"/>
                  <a:pt x="2800" y="4054"/>
                  <a:pt x="2599" y="4054"/>
                </a:cubicBezTo>
                <a:cubicBezTo>
                  <a:pt x="2400" y="4054"/>
                  <a:pt x="2236" y="4219"/>
                  <a:pt x="2236" y="4418"/>
                </a:cubicBezTo>
                <a:close/>
                <a:moveTo>
                  <a:pt x="3600" y="4418"/>
                </a:moveTo>
                <a:lnTo>
                  <a:pt x="3600" y="4418"/>
                </a:lnTo>
                <a:cubicBezTo>
                  <a:pt x="3600" y="4619"/>
                  <a:pt x="3763" y="4782"/>
                  <a:pt x="3964" y="4782"/>
                </a:cubicBezTo>
                <a:cubicBezTo>
                  <a:pt x="4163" y="4782"/>
                  <a:pt x="4328" y="4619"/>
                  <a:pt x="4328" y="4418"/>
                </a:cubicBezTo>
                <a:lnTo>
                  <a:pt x="4328" y="4418"/>
                </a:lnTo>
                <a:cubicBezTo>
                  <a:pt x="4328" y="4219"/>
                  <a:pt x="4163" y="4054"/>
                  <a:pt x="3964" y="4054"/>
                </a:cubicBezTo>
                <a:cubicBezTo>
                  <a:pt x="3763" y="4054"/>
                  <a:pt x="3600" y="4219"/>
                  <a:pt x="3600" y="4418"/>
                </a:cubicBezTo>
                <a:close/>
                <a:moveTo>
                  <a:pt x="4963" y="4418"/>
                </a:moveTo>
                <a:lnTo>
                  <a:pt x="4963" y="4418"/>
                </a:lnTo>
                <a:cubicBezTo>
                  <a:pt x="4963" y="4619"/>
                  <a:pt x="5128" y="4782"/>
                  <a:pt x="5327" y="4782"/>
                </a:cubicBezTo>
                <a:cubicBezTo>
                  <a:pt x="5528" y="4782"/>
                  <a:pt x="5690" y="4619"/>
                  <a:pt x="5690" y="4418"/>
                </a:cubicBezTo>
                <a:lnTo>
                  <a:pt x="5690" y="4418"/>
                </a:lnTo>
                <a:cubicBezTo>
                  <a:pt x="5690" y="4219"/>
                  <a:pt x="5528" y="4054"/>
                  <a:pt x="5327" y="4054"/>
                </a:cubicBezTo>
                <a:cubicBezTo>
                  <a:pt x="5128" y="4054"/>
                  <a:pt x="4963" y="4219"/>
                  <a:pt x="4963" y="4418"/>
                </a:cubicBezTo>
                <a:close/>
                <a:moveTo>
                  <a:pt x="6345" y="4418"/>
                </a:moveTo>
                <a:lnTo>
                  <a:pt x="6345" y="4418"/>
                </a:lnTo>
                <a:cubicBezTo>
                  <a:pt x="6345" y="4619"/>
                  <a:pt x="6509" y="4782"/>
                  <a:pt x="6709" y="4782"/>
                </a:cubicBezTo>
                <a:cubicBezTo>
                  <a:pt x="6909" y="4782"/>
                  <a:pt x="7072" y="4619"/>
                  <a:pt x="7072" y="4418"/>
                </a:cubicBezTo>
                <a:lnTo>
                  <a:pt x="7072" y="4418"/>
                </a:lnTo>
                <a:cubicBezTo>
                  <a:pt x="7072" y="4219"/>
                  <a:pt x="6909" y="4054"/>
                  <a:pt x="6709" y="4054"/>
                </a:cubicBezTo>
                <a:cubicBezTo>
                  <a:pt x="6509" y="4054"/>
                  <a:pt x="6345" y="4219"/>
                  <a:pt x="6345" y="441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233;p44">
            <a:extLst>
              <a:ext uri="{FF2B5EF4-FFF2-40B4-BE49-F238E27FC236}">
                <a16:creationId xmlns:a16="http://schemas.microsoft.com/office/drawing/2014/main" id="{8E4E8E05-9F25-B73E-9AD2-B77954C7F981}"/>
              </a:ext>
            </a:extLst>
          </p:cNvPr>
          <p:cNvSpPr txBox="1">
            <a:spLocks/>
          </p:cNvSpPr>
          <p:nvPr/>
        </p:nvSpPr>
        <p:spPr>
          <a:xfrm rot="-1973" flipH="1">
            <a:off x="3406591" y="1445508"/>
            <a:ext cx="602538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xanium"/>
              <a:buNone/>
              <a:defRPr sz="2500" b="1" i="0" u="none" strike="noStrike" cap="none">
                <a:solidFill>
                  <a:schemeClr val="accent4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xanium"/>
              <a:buNone/>
              <a:defRPr sz="30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n" dirty="0">
                <a:solidFill>
                  <a:schemeClr val="bg1"/>
                </a:solidFill>
                <a:uFill>
                  <a:noFill/>
                </a:uFill>
              </a:rPr>
              <a:t>01</a:t>
            </a:r>
            <a:endParaRPr lang="en" dirty="0">
              <a:solidFill>
                <a:schemeClr val="bg1"/>
              </a:solidFill>
            </a:endParaRPr>
          </a:p>
        </p:txBody>
      </p:sp>
      <p:sp>
        <p:nvSpPr>
          <p:cNvPr id="51" name="Google Shape;2024;p76">
            <a:extLst>
              <a:ext uri="{FF2B5EF4-FFF2-40B4-BE49-F238E27FC236}">
                <a16:creationId xmlns:a16="http://schemas.microsoft.com/office/drawing/2014/main" id="{984D808B-3440-80D9-E0D7-A56574BD765E}"/>
              </a:ext>
            </a:extLst>
          </p:cNvPr>
          <p:cNvSpPr/>
          <p:nvPr/>
        </p:nvSpPr>
        <p:spPr>
          <a:xfrm>
            <a:off x="4439483" y="1772232"/>
            <a:ext cx="265032" cy="265118"/>
          </a:xfrm>
          <a:custGeom>
            <a:avLst/>
            <a:gdLst/>
            <a:ahLst/>
            <a:cxnLst/>
            <a:rect l="l" t="t" r="r" b="b"/>
            <a:pathLst>
              <a:path w="9310" h="9313" extrusionOk="0">
                <a:moveTo>
                  <a:pt x="2546" y="4655"/>
                </a:moveTo>
                <a:cubicBezTo>
                  <a:pt x="2546" y="4854"/>
                  <a:pt x="2383" y="5019"/>
                  <a:pt x="2182" y="5019"/>
                </a:cubicBezTo>
                <a:cubicBezTo>
                  <a:pt x="1983" y="5019"/>
                  <a:pt x="1818" y="4854"/>
                  <a:pt x="1818" y="4655"/>
                </a:cubicBezTo>
                <a:cubicBezTo>
                  <a:pt x="1818" y="4356"/>
                  <a:pt x="1574" y="4110"/>
                  <a:pt x="1273" y="4110"/>
                </a:cubicBezTo>
                <a:cubicBezTo>
                  <a:pt x="973" y="4110"/>
                  <a:pt x="728" y="4356"/>
                  <a:pt x="728" y="4655"/>
                </a:cubicBezTo>
                <a:cubicBezTo>
                  <a:pt x="728" y="4955"/>
                  <a:pt x="973" y="5201"/>
                  <a:pt x="1273" y="5201"/>
                </a:cubicBezTo>
                <a:cubicBezTo>
                  <a:pt x="1474" y="5201"/>
                  <a:pt x="1637" y="5364"/>
                  <a:pt x="1637" y="5564"/>
                </a:cubicBezTo>
                <a:cubicBezTo>
                  <a:pt x="1637" y="5764"/>
                  <a:pt x="1474" y="5928"/>
                  <a:pt x="1273" y="5928"/>
                </a:cubicBezTo>
                <a:cubicBezTo>
                  <a:pt x="572" y="5928"/>
                  <a:pt x="0" y="5356"/>
                  <a:pt x="0" y="4655"/>
                </a:cubicBezTo>
                <a:cubicBezTo>
                  <a:pt x="0" y="3953"/>
                  <a:pt x="572" y="3382"/>
                  <a:pt x="1273" y="3382"/>
                </a:cubicBezTo>
                <a:cubicBezTo>
                  <a:pt x="1976" y="3382"/>
                  <a:pt x="2546" y="3953"/>
                  <a:pt x="2546" y="4655"/>
                </a:cubicBezTo>
                <a:close/>
                <a:moveTo>
                  <a:pt x="4655" y="2546"/>
                </a:moveTo>
                <a:cubicBezTo>
                  <a:pt x="4856" y="2546"/>
                  <a:pt x="5019" y="2382"/>
                  <a:pt x="5019" y="2182"/>
                </a:cubicBezTo>
                <a:cubicBezTo>
                  <a:pt x="5019" y="1982"/>
                  <a:pt x="4856" y="1819"/>
                  <a:pt x="4655" y="1819"/>
                </a:cubicBezTo>
                <a:cubicBezTo>
                  <a:pt x="4355" y="1819"/>
                  <a:pt x="4109" y="1573"/>
                  <a:pt x="4109" y="1273"/>
                </a:cubicBezTo>
                <a:cubicBezTo>
                  <a:pt x="4109" y="974"/>
                  <a:pt x="4355" y="728"/>
                  <a:pt x="4655" y="728"/>
                </a:cubicBezTo>
                <a:cubicBezTo>
                  <a:pt x="4956" y="728"/>
                  <a:pt x="5200" y="974"/>
                  <a:pt x="5200" y="1273"/>
                </a:cubicBezTo>
                <a:cubicBezTo>
                  <a:pt x="5200" y="1473"/>
                  <a:pt x="5365" y="1637"/>
                  <a:pt x="5564" y="1637"/>
                </a:cubicBezTo>
                <a:cubicBezTo>
                  <a:pt x="5765" y="1637"/>
                  <a:pt x="5928" y="1473"/>
                  <a:pt x="5928" y="1273"/>
                </a:cubicBezTo>
                <a:cubicBezTo>
                  <a:pt x="5928" y="571"/>
                  <a:pt x="5358" y="0"/>
                  <a:pt x="4655" y="0"/>
                </a:cubicBezTo>
                <a:cubicBezTo>
                  <a:pt x="3954" y="0"/>
                  <a:pt x="3382" y="571"/>
                  <a:pt x="3382" y="1273"/>
                </a:cubicBezTo>
                <a:cubicBezTo>
                  <a:pt x="3382" y="1974"/>
                  <a:pt x="3954" y="2546"/>
                  <a:pt x="4655" y="2546"/>
                </a:cubicBezTo>
                <a:close/>
                <a:moveTo>
                  <a:pt x="8037" y="4110"/>
                </a:moveTo>
                <a:cubicBezTo>
                  <a:pt x="8338" y="4110"/>
                  <a:pt x="8582" y="4356"/>
                  <a:pt x="8582" y="4655"/>
                </a:cubicBezTo>
                <a:cubicBezTo>
                  <a:pt x="8582" y="4854"/>
                  <a:pt x="8747" y="5019"/>
                  <a:pt x="8946" y="5019"/>
                </a:cubicBezTo>
                <a:cubicBezTo>
                  <a:pt x="9147" y="5019"/>
                  <a:pt x="9310" y="4854"/>
                  <a:pt x="9310" y="4655"/>
                </a:cubicBezTo>
                <a:cubicBezTo>
                  <a:pt x="9310" y="3953"/>
                  <a:pt x="8739" y="3382"/>
                  <a:pt x="8037" y="3382"/>
                </a:cubicBezTo>
                <a:cubicBezTo>
                  <a:pt x="7336" y="3382"/>
                  <a:pt x="6764" y="3953"/>
                  <a:pt x="6764" y="4655"/>
                </a:cubicBezTo>
                <a:cubicBezTo>
                  <a:pt x="6764" y="5230"/>
                  <a:pt x="7148" y="5717"/>
                  <a:pt x="7673" y="5876"/>
                </a:cubicBezTo>
                <a:lnTo>
                  <a:pt x="7673" y="6818"/>
                </a:lnTo>
                <a:cubicBezTo>
                  <a:pt x="7265" y="6940"/>
                  <a:pt x="6942" y="7265"/>
                  <a:pt x="6818" y="7675"/>
                </a:cubicBezTo>
                <a:lnTo>
                  <a:pt x="5874" y="7675"/>
                </a:lnTo>
                <a:cubicBezTo>
                  <a:pt x="5752" y="7266"/>
                  <a:pt x="5429" y="6942"/>
                  <a:pt x="5017" y="6818"/>
                </a:cubicBezTo>
                <a:lnTo>
                  <a:pt x="5017" y="5585"/>
                </a:lnTo>
                <a:lnTo>
                  <a:pt x="5017" y="5574"/>
                </a:lnTo>
                <a:lnTo>
                  <a:pt x="5017" y="5566"/>
                </a:lnTo>
                <a:cubicBezTo>
                  <a:pt x="5017" y="5366"/>
                  <a:pt x="4854" y="5202"/>
                  <a:pt x="4653" y="5202"/>
                </a:cubicBezTo>
                <a:cubicBezTo>
                  <a:pt x="4354" y="5202"/>
                  <a:pt x="4108" y="4956"/>
                  <a:pt x="4108" y="4657"/>
                </a:cubicBezTo>
                <a:cubicBezTo>
                  <a:pt x="4108" y="4357"/>
                  <a:pt x="4354" y="4111"/>
                  <a:pt x="4653" y="4111"/>
                </a:cubicBezTo>
                <a:cubicBezTo>
                  <a:pt x="4953" y="4111"/>
                  <a:pt x="5199" y="4357"/>
                  <a:pt x="5199" y="4657"/>
                </a:cubicBezTo>
                <a:cubicBezTo>
                  <a:pt x="5199" y="4857"/>
                  <a:pt x="5363" y="5020"/>
                  <a:pt x="5563" y="5020"/>
                </a:cubicBezTo>
                <a:cubicBezTo>
                  <a:pt x="5763" y="5020"/>
                  <a:pt x="5926" y="4857"/>
                  <a:pt x="5926" y="4657"/>
                </a:cubicBezTo>
                <a:cubicBezTo>
                  <a:pt x="5926" y="3956"/>
                  <a:pt x="5356" y="3384"/>
                  <a:pt x="4653" y="3384"/>
                </a:cubicBezTo>
                <a:cubicBezTo>
                  <a:pt x="4435" y="3384"/>
                  <a:pt x="4229" y="3441"/>
                  <a:pt x="4048" y="3537"/>
                </a:cubicBezTo>
                <a:lnTo>
                  <a:pt x="2873" y="2363"/>
                </a:lnTo>
                <a:cubicBezTo>
                  <a:pt x="2732" y="2220"/>
                  <a:pt x="2501" y="2220"/>
                  <a:pt x="2360" y="2363"/>
                </a:cubicBezTo>
                <a:cubicBezTo>
                  <a:pt x="2217" y="2504"/>
                  <a:pt x="2217" y="2735"/>
                  <a:pt x="2360" y="2876"/>
                </a:cubicBezTo>
                <a:lnTo>
                  <a:pt x="3533" y="4052"/>
                </a:lnTo>
                <a:cubicBezTo>
                  <a:pt x="3436" y="4232"/>
                  <a:pt x="3381" y="4437"/>
                  <a:pt x="3381" y="4657"/>
                </a:cubicBezTo>
                <a:cubicBezTo>
                  <a:pt x="3381" y="5231"/>
                  <a:pt x="3765" y="5718"/>
                  <a:pt x="4290" y="5877"/>
                </a:cubicBezTo>
                <a:lnTo>
                  <a:pt x="4290" y="6821"/>
                </a:lnTo>
                <a:cubicBezTo>
                  <a:pt x="3765" y="6977"/>
                  <a:pt x="3381" y="7464"/>
                  <a:pt x="3381" y="8040"/>
                </a:cubicBezTo>
                <a:cubicBezTo>
                  <a:pt x="3381" y="8743"/>
                  <a:pt x="3952" y="9313"/>
                  <a:pt x="4653" y="9313"/>
                </a:cubicBezTo>
                <a:cubicBezTo>
                  <a:pt x="4854" y="9313"/>
                  <a:pt x="5017" y="9150"/>
                  <a:pt x="5017" y="8949"/>
                </a:cubicBezTo>
                <a:cubicBezTo>
                  <a:pt x="5017" y="8750"/>
                  <a:pt x="4854" y="8586"/>
                  <a:pt x="4653" y="8586"/>
                </a:cubicBezTo>
                <a:cubicBezTo>
                  <a:pt x="4354" y="8586"/>
                  <a:pt x="4108" y="8341"/>
                  <a:pt x="4108" y="8040"/>
                </a:cubicBezTo>
                <a:cubicBezTo>
                  <a:pt x="4108" y="7740"/>
                  <a:pt x="4354" y="7495"/>
                  <a:pt x="4653" y="7495"/>
                </a:cubicBezTo>
                <a:cubicBezTo>
                  <a:pt x="4953" y="7495"/>
                  <a:pt x="5199" y="7740"/>
                  <a:pt x="5199" y="8040"/>
                </a:cubicBezTo>
                <a:cubicBezTo>
                  <a:pt x="5199" y="8241"/>
                  <a:pt x="5363" y="8404"/>
                  <a:pt x="5563" y="8404"/>
                </a:cubicBezTo>
                <a:lnTo>
                  <a:pt x="6815" y="8404"/>
                </a:lnTo>
                <a:cubicBezTo>
                  <a:pt x="6972" y="8930"/>
                  <a:pt x="7459" y="9313"/>
                  <a:pt x="8035" y="9313"/>
                </a:cubicBezTo>
                <a:cubicBezTo>
                  <a:pt x="8236" y="9313"/>
                  <a:pt x="8399" y="9150"/>
                  <a:pt x="8399" y="8949"/>
                </a:cubicBezTo>
                <a:cubicBezTo>
                  <a:pt x="8399" y="8750"/>
                  <a:pt x="8236" y="8586"/>
                  <a:pt x="8035" y="8586"/>
                </a:cubicBezTo>
                <a:cubicBezTo>
                  <a:pt x="7736" y="8586"/>
                  <a:pt x="7490" y="8341"/>
                  <a:pt x="7490" y="8040"/>
                </a:cubicBezTo>
                <a:cubicBezTo>
                  <a:pt x="7490" y="7740"/>
                  <a:pt x="7736" y="7495"/>
                  <a:pt x="8035" y="7495"/>
                </a:cubicBezTo>
                <a:cubicBezTo>
                  <a:pt x="8335" y="7495"/>
                  <a:pt x="8581" y="7740"/>
                  <a:pt x="8581" y="8040"/>
                </a:cubicBezTo>
                <a:cubicBezTo>
                  <a:pt x="8581" y="8241"/>
                  <a:pt x="8745" y="8404"/>
                  <a:pt x="8945" y="8404"/>
                </a:cubicBezTo>
                <a:cubicBezTo>
                  <a:pt x="9145" y="8404"/>
                  <a:pt x="9308" y="8241"/>
                  <a:pt x="9308" y="8040"/>
                </a:cubicBezTo>
                <a:cubicBezTo>
                  <a:pt x="9308" y="7465"/>
                  <a:pt x="8924" y="6978"/>
                  <a:pt x="8399" y="6821"/>
                </a:cubicBezTo>
                <a:lnTo>
                  <a:pt x="8399" y="5567"/>
                </a:lnTo>
                <a:cubicBezTo>
                  <a:pt x="8399" y="5368"/>
                  <a:pt x="8236" y="5204"/>
                  <a:pt x="8035" y="5204"/>
                </a:cubicBezTo>
                <a:cubicBezTo>
                  <a:pt x="7736" y="5204"/>
                  <a:pt x="7490" y="4959"/>
                  <a:pt x="7490" y="4658"/>
                </a:cubicBezTo>
                <a:cubicBezTo>
                  <a:pt x="7490" y="4358"/>
                  <a:pt x="7737" y="4110"/>
                  <a:pt x="8037" y="4110"/>
                </a:cubicBezTo>
                <a:close/>
                <a:moveTo>
                  <a:pt x="1273" y="2546"/>
                </a:moveTo>
                <a:cubicBezTo>
                  <a:pt x="1474" y="2546"/>
                  <a:pt x="1637" y="2382"/>
                  <a:pt x="1637" y="2182"/>
                </a:cubicBezTo>
                <a:cubicBezTo>
                  <a:pt x="1637" y="1982"/>
                  <a:pt x="1474" y="1819"/>
                  <a:pt x="1273" y="1819"/>
                </a:cubicBezTo>
                <a:cubicBezTo>
                  <a:pt x="973" y="1819"/>
                  <a:pt x="728" y="1573"/>
                  <a:pt x="728" y="1273"/>
                </a:cubicBezTo>
                <a:cubicBezTo>
                  <a:pt x="728" y="974"/>
                  <a:pt x="973" y="728"/>
                  <a:pt x="1273" y="728"/>
                </a:cubicBezTo>
                <a:cubicBezTo>
                  <a:pt x="1574" y="728"/>
                  <a:pt x="1818" y="974"/>
                  <a:pt x="1818" y="1273"/>
                </a:cubicBezTo>
                <a:cubicBezTo>
                  <a:pt x="1818" y="1473"/>
                  <a:pt x="1983" y="1637"/>
                  <a:pt x="2182" y="1637"/>
                </a:cubicBezTo>
                <a:cubicBezTo>
                  <a:pt x="2383" y="1637"/>
                  <a:pt x="2546" y="1473"/>
                  <a:pt x="2546" y="1273"/>
                </a:cubicBezTo>
                <a:cubicBezTo>
                  <a:pt x="2546" y="571"/>
                  <a:pt x="1976" y="0"/>
                  <a:pt x="1273" y="0"/>
                </a:cubicBezTo>
                <a:cubicBezTo>
                  <a:pt x="572" y="0"/>
                  <a:pt x="0" y="571"/>
                  <a:pt x="0" y="1273"/>
                </a:cubicBezTo>
                <a:cubicBezTo>
                  <a:pt x="0" y="1974"/>
                  <a:pt x="572" y="2546"/>
                  <a:pt x="1273" y="2546"/>
                </a:cubicBezTo>
                <a:close/>
                <a:moveTo>
                  <a:pt x="8037" y="2546"/>
                </a:moveTo>
                <a:cubicBezTo>
                  <a:pt x="8238" y="2546"/>
                  <a:pt x="8401" y="2382"/>
                  <a:pt x="8401" y="2182"/>
                </a:cubicBezTo>
                <a:cubicBezTo>
                  <a:pt x="8401" y="1982"/>
                  <a:pt x="8238" y="1819"/>
                  <a:pt x="8037" y="1819"/>
                </a:cubicBezTo>
                <a:cubicBezTo>
                  <a:pt x="7737" y="1819"/>
                  <a:pt x="7491" y="1573"/>
                  <a:pt x="7491" y="1273"/>
                </a:cubicBezTo>
                <a:cubicBezTo>
                  <a:pt x="7491" y="974"/>
                  <a:pt x="7737" y="728"/>
                  <a:pt x="8037" y="728"/>
                </a:cubicBezTo>
                <a:cubicBezTo>
                  <a:pt x="8338" y="728"/>
                  <a:pt x="8582" y="974"/>
                  <a:pt x="8582" y="1273"/>
                </a:cubicBezTo>
                <a:cubicBezTo>
                  <a:pt x="8582" y="1473"/>
                  <a:pt x="8747" y="1637"/>
                  <a:pt x="8946" y="1637"/>
                </a:cubicBezTo>
                <a:cubicBezTo>
                  <a:pt x="9147" y="1637"/>
                  <a:pt x="9310" y="1473"/>
                  <a:pt x="9310" y="1273"/>
                </a:cubicBezTo>
                <a:cubicBezTo>
                  <a:pt x="9310" y="571"/>
                  <a:pt x="8739" y="0"/>
                  <a:pt x="8037" y="0"/>
                </a:cubicBezTo>
                <a:cubicBezTo>
                  <a:pt x="7336" y="0"/>
                  <a:pt x="6764" y="571"/>
                  <a:pt x="6764" y="1273"/>
                </a:cubicBezTo>
                <a:cubicBezTo>
                  <a:pt x="6764" y="1974"/>
                  <a:pt x="7336" y="2546"/>
                  <a:pt x="8037" y="2546"/>
                </a:cubicBezTo>
                <a:close/>
                <a:moveTo>
                  <a:pt x="1273" y="6764"/>
                </a:moveTo>
                <a:cubicBezTo>
                  <a:pt x="572" y="6764"/>
                  <a:pt x="0" y="7335"/>
                  <a:pt x="0" y="8037"/>
                </a:cubicBezTo>
                <a:cubicBezTo>
                  <a:pt x="0" y="8738"/>
                  <a:pt x="572" y="9310"/>
                  <a:pt x="1273" y="9310"/>
                </a:cubicBezTo>
                <a:cubicBezTo>
                  <a:pt x="1474" y="9310"/>
                  <a:pt x="1637" y="9146"/>
                  <a:pt x="1637" y="8946"/>
                </a:cubicBezTo>
                <a:cubicBezTo>
                  <a:pt x="1637" y="8746"/>
                  <a:pt x="1474" y="8583"/>
                  <a:pt x="1273" y="8583"/>
                </a:cubicBezTo>
                <a:cubicBezTo>
                  <a:pt x="973" y="8583"/>
                  <a:pt x="728" y="8337"/>
                  <a:pt x="728" y="8037"/>
                </a:cubicBezTo>
                <a:cubicBezTo>
                  <a:pt x="728" y="7737"/>
                  <a:pt x="973" y="7492"/>
                  <a:pt x="1273" y="7492"/>
                </a:cubicBezTo>
                <a:cubicBezTo>
                  <a:pt x="1574" y="7492"/>
                  <a:pt x="1818" y="7737"/>
                  <a:pt x="1818" y="8037"/>
                </a:cubicBezTo>
                <a:cubicBezTo>
                  <a:pt x="1818" y="8236"/>
                  <a:pt x="1983" y="8401"/>
                  <a:pt x="2182" y="8401"/>
                </a:cubicBezTo>
                <a:cubicBezTo>
                  <a:pt x="2383" y="8401"/>
                  <a:pt x="2546" y="8236"/>
                  <a:pt x="2546" y="8037"/>
                </a:cubicBezTo>
                <a:cubicBezTo>
                  <a:pt x="2546" y="7335"/>
                  <a:pt x="1976" y="6764"/>
                  <a:pt x="1273" y="676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1365;p48">
            <a:extLst>
              <a:ext uri="{FF2B5EF4-FFF2-40B4-BE49-F238E27FC236}">
                <a16:creationId xmlns:a16="http://schemas.microsoft.com/office/drawing/2014/main" id="{06E13E73-1118-0043-D46C-D3CBEAADB43E}"/>
              </a:ext>
            </a:extLst>
          </p:cNvPr>
          <p:cNvSpPr/>
          <p:nvPr/>
        </p:nvSpPr>
        <p:spPr>
          <a:xfrm>
            <a:off x="4419780" y="4089002"/>
            <a:ext cx="304464" cy="293878"/>
          </a:xfrm>
          <a:custGeom>
            <a:avLst/>
            <a:gdLst/>
            <a:ahLst/>
            <a:cxnLst/>
            <a:rect l="l" t="t" r="r" b="b"/>
            <a:pathLst>
              <a:path w="9771" h="9432" extrusionOk="0">
                <a:moveTo>
                  <a:pt x="9771" y="4658"/>
                </a:moveTo>
                <a:cubicBezTo>
                  <a:pt x="9771" y="5386"/>
                  <a:pt x="9408" y="6066"/>
                  <a:pt x="8798" y="6470"/>
                </a:cubicBezTo>
                <a:cubicBezTo>
                  <a:pt x="8478" y="6683"/>
                  <a:pt x="8110" y="6796"/>
                  <a:pt x="7728" y="6796"/>
                </a:cubicBezTo>
                <a:cubicBezTo>
                  <a:pt x="7519" y="6796"/>
                  <a:pt x="7346" y="6623"/>
                  <a:pt x="7346" y="6414"/>
                </a:cubicBezTo>
                <a:cubicBezTo>
                  <a:pt x="7346" y="6203"/>
                  <a:pt x="7519" y="6032"/>
                  <a:pt x="7728" y="6032"/>
                </a:cubicBezTo>
                <a:cubicBezTo>
                  <a:pt x="7955" y="6032"/>
                  <a:pt x="8184" y="5960"/>
                  <a:pt x="8375" y="5835"/>
                </a:cubicBezTo>
                <a:cubicBezTo>
                  <a:pt x="8771" y="5571"/>
                  <a:pt x="9007" y="5133"/>
                  <a:pt x="9007" y="4658"/>
                </a:cubicBezTo>
                <a:cubicBezTo>
                  <a:pt x="9007" y="4133"/>
                  <a:pt x="8719" y="3655"/>
                  <a:pt x="8255" y="3409"/>
                </a:cubicBezTo>
                <a:cubicBezTo>
                  <a:pt x="8131" y="3342"/>
                  <a:pt x="8053" y="3212"/>
                  <a:pt x="8053" y="3072"/>
                </a:cubicBezTo>
                <a:lnTo>
                  <a:pt x="8053" y="2630"/>
                </a:lnTo>
                <a:cubicBezTo>
                  <a:pt x="8053" y="2126"/>
                  <a:pt x="7855" y="1653"/>
                  <a:pt x="7493" y="1296"/>
                </a:cubicBezTo>
                <a:cubicBezTo>
                  <a:pt x="7140" y="948"/>
                  <a:pt x="6679" y="758"/>
                  <a:pt x="6192" y="766"/>
                </a:cubicBezTo>
                <a:cubicBezTo>
                  <a:pt x="5291" y="777"/>
                  <a:pt x="4535" y="1430"/>
                  <a:pt x="4398" y="2319"/>
                </a:cubicBezTo>
                <a:cubicBezTo>
                  <a:pt x="4375" y="2465"/>
                  <a:pt x="4269" y="2586"/>
                  <a:pt x="4129" y="2627"/>
                </a:cubicBezTo>
                <a:cubicBezTo>
                  <a:pt x="3987" y="2668"/>
                  <a:pt x="3833" y="2624"/>
                  <a:pt x="3735" y="2513"/>
                </a:cubicBezTo>
                <a:cubicBezTo>
                  <a:pt x="3558" y="2310"/>
                  <a:pt x="3301" y="2195"/>
                  <a:pt x="3034" y="2195"/>
                </a:cubicBezTo>
                <a:lnTo>
                  <a:pt x="3033" y="2195"/>
                </a:lnTo>
                <a:cubicBezTo>
                  <a:pt x="2518" y="2197"/>
                  <a:pt x="2100" y="2623"/>
                  <a:pt x="2100" y="3148"/>
                </a:cubicBezTo>
                <a:lnTo>
                  <a:pt x="2100" y="3818"/>
                </a:lnTo>
                <a:cubicBezTo>
                  <a:pt x="2100" y="4027"/>
                  <a:pt x="1927" y="4200"/>
                  <a:pt x="1718" y="4200"/>
                </a:cubicBezTo>
                <a:lnTo>
                  <a:pt x="1713" y="4200"/>
                </a:lnTo>
                <a:cubicBezTo>
                  <a:pt x="1190" y="4200"/>
                  <a:pt x="763" y="4620"/>
                  <a:pt x="763" y="5134"/>
                </a:cubicBezTo>
                <a:cubicBezTo>
                  <a:pt x="763" y="5660"/>
                  <a:pt x="1167" y="6070"/>
                  <a:pt x="1680" y="6070"/>
                </a:cubicBezTo>
                <a:lnTo>
                  <a:pt x="2138" y="6070"/>
                </a:lnTo>
                <a:cubicBezTo>
                  <a:pt x="2347" y="6070"/>
                  <a:pt x="2519" y="6241"/>
                  <a:pt x="2519" y="6452"/>
                </a:cubicBezTo>
                <a:cubicBezTo>
                  <a:pt x="2519" y="6661"/>
                  <a:pt x="2347" y="6834"/>
                  <a:pt x="2138" y="6834"/>
                </a:cubicBezTo>
                <a:lnTo>
                  <a:pt x="1680" y="6834"/>
                </a:lnTo>
                <a:cubicBezTo>
                  <a:pt x="1223" y="6834"/>
                  <a:pt x="800" y="6655"/>
                  <a:pt x="483" y="6333"/>
                </a:cubicBezTo>
                <a:cubicBezTo>
                  <a:pt x="171" y="6014"/>
                  <a:pt x="0" y="5589"/>
                  <a:pt x="0" y="5134"/>
                </a:cubicBezTo>
                <a:cubicBezTo>
                  <a:pt x="0" y="4327"/>
                  <a:pt x="573" y="3649"/>
                  <a:pt x="1336" y="3478"/>
                </a:cubicBezTo>
                <a:lnTo>
                  <a:pt x="1336" y="3148"/>
                </a:lnTo>
                <a:cubicBezTo>
                  <a:pt x="1336" y="2203"/>
                  <a:pt x="2098" y="1433"/>
                  <a:pt x="3031" y="1432"/>
                </a:cubicBezTo>
                <a:cubicBezTo>
                  <a:pt x="3304" y="1430"/>
                  <a:pt x="3568" y="1496"/>
                  <a:pt x="3805" y="1618"/>
                </a:cubicBezTo>
                <a:cubicBezTo>
                  <a:pt x="3958" y="1247"/>
                  <a:pt x="4195" y="912"/>
                  <a:pt x="4503" y="644"/>
                </a:cubicBezTo>
                <a:cubicBezTo>
                  <a:pt x="4969" y="236"/>
                  <a:pt x="5566" y="7"/>
                  <a:pt x="6184" y="1"/>
                </a:cubicBezTo>
                <a:lnTo>
                  <a:pt x="6215" y="1"/>
                </a:lnTo>
                <a:cubicBezTo>
                  <a:pt x="6896" y="1"/>
                  <a:pt x="7539" y="265"/>
                  <a:pt x="8030" y="752"/>
                </a:cubicBezTo>
                <a:cubicBezTo>
                  <a:pt x="8537" y="1254"/>
                  <a:pt x="8817" y="1920"/>
                  <a:pt x="8817" y="2630"/>
                </a:cubicBezTo>
                <a:lnTo>
                  <a:pt x="8817" y="2858"/>
                </a:lnTo>
                <a:cubicBezTo>
                  <a:pt x="9409" y="3261"/>
                  <a:pt x="9771" y="3930"/>
                  <a:pt x="9771" y="4658"/>
                </a:cubicBezTo>
                <a:close/>
                <a:moveTo>
                  <a:pt x="7274" y="8778"/>
                </a:moveTo>
                <a:cubicBezTo>
                  <a:pt x="7423" y="8927"/>
                  <a:pt x="7423" y="9170"/>
                  <a:pt x="7274" y="9318"/>
                </a:cubicBezTo>
                <a:cubicBezTo>
                  <a:pt x="7200" y="9393"/>
                  <a:pt x="7102" y="9431"/>
                  <a:pt x="7004" y="9431"/>
                </a:cubicBezTo>
                <a:cubicBezTo>
                  <a:pt x="6908" y="9431"/>
                  <a:pt x="6810" y="9393"/>
                  <a:pt x="6735" y="9318"/>
                </a:cubicBezTo>
                <a:lnTo>
                  <a:pt x="5857" y="8440"/>
                </a:lnTo>
                <a:cubicBezTo>
                  <a:pt x="5592" y="8608"/>
                  <a:pt x="5279" y="8704"/>
                  <a:pt x="4943" y="8704"/>
                </a:cubicBezTo>
                <a:cubicBezTo>
                  <a:pt x="3996" y="8704"/>
                  <a:pt x="3225" y="7933"/>
                  <a:pt x="3225" y="6987"/>
                </a:cubicBezTo>
                <a:cubicBezTo>
                  <a:pt x="3225" y="6040"/>
                  <a:pt x="3996" y="5269"/>
                  <a:pt x="4943" y="5269"/>
                </a:cubicBezTo>
                <a:cubicBezTo>
                  <a:pt x="5889" y="5269"/>
                  <a:pt x="6661" y="6040"/>
                  <a:pt x="6661" y="6987"/>
                </a:cubicBezTo>
                <a:cubicBezTo>
                  <a:pt x="6661" y="7323"/>
                  <a:pt x="6564" y="7636"/>
                  <a:pt x="6398" y="7900"/>
                </a:cubicBezTo>
                <a:close/>
                <a:moveTo>
                  <a:pt x="4941" y="7941"/>
                </a:moveTo>
                <a:cubicBezTo>
                  <a:pt x="5468" y="7941"/>
                  <a:pt x="5896" y="7513"/>
                  <a:pt x="5896" y="6987"/>
                </a:cubicBezTo>
                <a:cubicBezTo>
                  <a:pt x="5896" y="6460"/>
                  <a:pt x="5468" y="6032"/>
                  <a:pt x="4941" y="6032"/>
                </a:cubicBezTo>
                <a:cubicBezTo>
                  <a:pt x="4414" y="6032"/>
                  <a:pt x="3987" y="6460"/>
                  <a:pt x="3987" y="6987"/>
                </a:cubicBezTo>
                <a:cubicBezTo>
                  <a:pt x="3987" y="7513"/>
                  <a:pt x="4416" y="7941"/>
                  <a:pt x="4941" y="794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414;p50">
            <a:extLst>
              <a:ext uri="{FF2B5EF4-FFF2-40B4-BE49-F238E27FC236}">
                <a16:creationId xmlns:a16="http://schemas.microsoft.com/office/drawing/2014/main" id="{F177A7EC-5D6B-E5DB-393A-CA04882DE730}"/>
              </a:ext>
            </a:extLst>
          </p:cNvPr>
          <p:cNvSpPr/>
          <p:nvPr/>
        </p:nvSpPr>
        <p:spPr>
          <a:xfrm>
            <a:off x="4409347" y="3297445"/>
            <a:ext cx="325303" cy="325268"/>
          </a:xfrm>
          <a:custGeom>
            <a:avLst/>
            <a:gdLst/>
            <a:ahLst/>
            <a:cxnLst/>
            <a:rect l="l" t="t" r="r" b="b"/>
            <a:pathLst>
              <a:path w="9311" h="9310" extrusionOk="0">
                <a:moveTo>
                  <a:pt x="2146" y="1800"/>
                </a:moveTo>
                <a:cubicBezTo>
                  <a:pt x="2146" y="2001"/>
                  <a:pt x="1982" y="2163"/>
                  <a:pt x="1783" y="2163"/>
                </a:cubicBezTo>
                <a:cubicBezTo>
                  <a:pt x="1582" y="2163"/>
                  <a:pt x="1419" y="2001"/>
                  <a:pt x="1419" y="1800"/>
                </a:cubicBezTo>
                <a:cubicBezTo>
                  <a:pt x="1419" y="1601"/>
                  <a:pt x="1582" y="1436"/>
                  <a:pt x="1783" y="1436"/>
                </a:cubicBezTo>
                <a:cubicBezTo>
                  <a:pt x="1982" y="1436"/>
                  <a:pt x="2146" y="1599"/>
                  <a:pt x="2146" y="1800"/>
                </a:cubicBezTo>
                <a:close/>
                <a:moveTo>
                  <a:pt x="4874" y="8946"/>
                </a:moveTo>
                <a:cubicBezTo>
                  <a:pt x="4874" y="9146"/>
                  <a:pt x="4709" y="9310"/>
                  <a:pt x="4510" y="9310"/>
                </a:cubicBezTo>
                <a:lnTo>
                  <a:pt x="1455" y="9310"/>
                </a:lnTo>
                <a:cubicBezTo>
                  <a:pt x="653" y="9310"/>
                  <a:pt x="1" y="8657"/>
                  <a:pt x="1" y="7855"/>
                </a:cubicBezTo>
                <a:lnTo>
                  <a:pt x="1" y="7182"/>
                </a:lnTo>
                <a:cubicBezTo>
                  <a:pt x="1" y="6748"/>
                  <a:pt x="191" y="6359"/>
                  <a:pt x="495" y="6091"/>
                </a:cubicBezTo>
                <a:cubicBezTo>
                  <a:pt x="193" y="5825"/>
                  <a:pt x="1" y="5435"/>
                  <a:pt x="1" y="5000"/>
                </a:cubicBezTo>
                <a:lnTo>
                  <a:pt x="1" y="4309"/>
                </a:lnTo>
                <a:cubicBezTo>
                  <a:pt x="1" y="3876"/>
                  <a:pt x="191" y="3486"/>
                  <a:pt x="495" y="3218"/>
                </a:cubicBezTo>
                <a:cubicBezTo>
                  <a:pt x="193" y="2952"/>
                  <a:pt x="1" y="2562"/>
                  <a:pt x="1" y="2127"/>
                </a:cubicBezTo>
                <a:lnTo>
                  <a:pt x="1" y="1455"/>
                </a:lnTo>
                <a:cubicBezTo>
                  <a:pt x="1" y="654"/>
                  <a:pt x="653" y="0"/>
                  <a:pt x="1455" y="0"/>
                </a:cubicBezTo>
                <a:lnTo>
                  <a:pt x="7128" y="0"/>
                </a:lnTo>
                <a:cubicBezTo>
                  <a:pt x="7930" y="0"/>
                  <a:pt x="8583" y="654"/>
                  <a:pt x="8583" y="1455"/>
                </a:cubicBezTo>
                <a:lnTo>
                  <a:pt x="8583" y="2491"/>
                </a:lnTo>
                <a:cubicBezTo>
                  <a:pt x="8583" y="2824"/>
                  <a:pt x="8433" y="3122"/>
                  <a:pt x="8196" y="3323"/>
                </a:cubicBezTo>
                <a:cubicBezTo>
                  <a:pt x="8280" y="3413"/>
                  <a:pt x="8355" y="3516"/>
                  <a:pt x="8414" y="3630"/>
                </a:cubicBezTo>
                <a:cubicBezTo>
                  <a:pt x="8510" y="3807"/>
                  <a:pt x="8440" y="4028"/>
                  <a:pt x="8264" y="4120"/>
                </a:cubicBezTo>
                <a:cubicBezTo>
                  <a:pt x="8086" y="4214"/>
                  <a:pt x="7866" y="4146"/>
                  <a:pt x="7773" y="3969"/>
                </a:cubicBezTo>
                <a:cubicBezTo>
                  <a:pt x="7646" y="3730"/>
                  <a:pt x="7400" y="3582"/>
                  <a:pt x="7130" y="3582"/>
                </a:cubicBezTo>
                <a:lnTo>
                  <a:pt x="3511" y="3582"/>
                </a:lnTo>
                <a:lnTo>
                  <a:pt x="3511" y="4818"/>
                </a:lnTo>
                <a:cubicBezTo>
                  <a:pt x="3511" y="5019"/>
                  <a:pt x="3348" y="5182"/>
                  <a:pt x="3147" y="5182"/>
                </a:cubicBezTo>
                <a:cubicBezTo>
                  <a:pt x="2948" y="5182"/>
                  <a:pt x="2784" y="5019"/>
                  <a:pt x="2784" y="4818"/>
                </a:cubicBezTo>
                <a:lnTo>
                  <a:pt x="2784" y="3582"/>
                </a:lnTo>
                <a:lnTo>
                  <a:pt x="1457" y="3582"/>
                </a:lnTo>
                <a:cubicBezTo>
                  <a:pt x="1055" y="3582"/>
                  <a:pt x="730" y="3908"/>
                  <a:pt x="730" y="4309"/>
                </a:cubicBezTo>
                <a:lnTo>
                  <a:pt x="730" y="5000"/>
                </a:lnTo>
                <a:cubicBezTo>
                  <a:pt x="730" y="5401"/>
                  <a:pt x="1055" y="5727"/>
                  <a:pt x="1457" y="5727"/>
                </a:cubicBezTo>
                <a:lnTo>
                  <a:pt x="2330" y="5727"/>
                </a:lnTo>
                <a:lnTo>
                  <a:pt x="3857" y="5727"/>
                </a:lnTo>
                <a:cubicBezTo>
                  <a:pt x="4056" y="5727"/>
                  <a:pt x="4221" y="5892"/>
                  <a:pt x="4221" y="6091"/>
                </a:cubicBezTo>
                <a:cubicBezTo>
                  <a:pt x="4221" y="6292"/>
                  <a:pt x="4056" y="6455"/>
                  <a:pt x="3857" y="6455"/>
                </a:cubicBezTo>
                <a:lnTo>
                  <a:pt x="3511" y="6455"/>
                </a:lnTo>
                <a:lnTo>
                  <a:pt x="3511" y="7673"/>
                </a:lnTo>
                <a:cubicBezTo>
                  <a:pt x="3511" y="7873"/>
                  <a:pt x="3348" y="8037"/>
                  <a:pt x="3147" y="8037"/>
                </a:cubicBezTo>
                <a:cubicBezTo>
                  <a:pt x="2948" y="8037"/>
                  <a:pt x="2784" y="7873"/>
                  <a:pt x="2784" y="7673"/>
                </a:cubicBezTo>
                <a:lnTo>
                  <a:pt x="2784" y="6455"/>
                </a:lnTo>
                <a:lnTo>
                  <a:pt x="2330" y="6455"/>
                </a:lnTo>
                <a:lnTo>
                  <a:pt x="1457" y="6455"/>
                </a:lnTo>
                <a:cubicBezTo>
                  <a:pt x="1055" y="6455"/>
                  <a:pt x="730" y="6780"/>
                  <a:pt x="730" y="7182"/>
                </a:cubicBezTo>
                <a:lnTo>
                  <a:pt x="730" y="7855"/>
                </a:lnTo>
                <a:cubicBezTo>
                  <a:pt x="730" y="8257"/>
                  <a:pt x="1055" y="8583"/>
                  <a:pt x="1457" y="8583"/>
                </a:cubicBezTo>
                <a:lnTo>
                  <a:pt x="4512" y="8583"/>
                </a:lnTo>
                <a:cubicBezTo>
                  <a:pt x="4711" y="8583"/>
                  <a:pt x="4874" y="8744"/>
                  <a:pt x="4874" y="8946"/>
                </a:cubicBezTo>
                <a:close/>
                <a:moveTo>
                  <a:pt x="1455" y="2854"/>
                </a:moveTo>
                <a:lnTo>
                  <a:pt x="7128" y="2854"/>
                </a:lnTo>
                <a:lnTo>
                  <a:pt x="7492" y="2854"/>
                </a:lnTo>
                <a:cubicBezTo>
                  <a:pt x="7691" y="2854"/>
                  <a:pt x="7856" y="2691"/>
                  <a:pt x="7856" y="2491"/>
                </a:cubicBezTo>
                <a:lnTo>
                  <a:pt x="7856" y="1455"/>
                </a:lnTo>
                <a:cubicBezTo>
                  <a:pt x="7856" y="1054"/>
                  <a:pt x="7530" y="728"/>
                  <a:pt x="7128" y="728"/>
                </a:cubicBezTo>
                <a:lnTo>
                  <a:pt x="3509" y="728"/>
                </a:lnTo>
                <a:lnTo>
                  <a:pt x="3509" y="1945"/>
                </a:lnTo>
                <a:cubicBezTo>
                  <a:pt x="3509" y="2146"/>
                  <a:pt x="3346" y="2309"/>
                  <a:pt x="3146" y="2309"/>
                </a:cubicBezTo>
                <a:cubicBezTo>
                  <a:pt x="2946" y="2309"/>
                  <a:pt x="2782" y="2146"/>
                  <a:pt x="2782" y="1945"/>
                </a:cubicBezTo>
                <a:lnTo>
                  <a:pt x="2782" y="728"/>
                </a:lnTo>
                <a:lnTo>
                  <a:pt x="1455" y="728"/>
                </a:lnTo>
                <a:cubicBezTo>
                  <a:pt x="1053" y="728"/>
                  <a:pt x="728" y="1054"/>
                  <a:pt x="728" y="1455"/>
                </a:cubicBezTo>
                <a:lnTo>
                  <a:pt x="728" y="2127"/>
                </a:lnTo>
                <a:cubicBezTo>
                  <a:pt x="728" y="2527"/>
                  <a:pt x="1055" y="2854"/>
                  <a:pt x="1455" y="2854"/>
                </a:cubicBezTo>
                <a:close/>
                <a:moveTo>
                  <a:pt x="1419" y="7528"/>
                </a:moveTo>
                <a:cubicBezTo>
                  <a:pt x="1419" y="7727"/>
                  <a:pt x="1582" y="7892"/>
                  <a:pt x="1783" y="7892"/>
                </a:cubicBezTo>
                <a:cubicBezTo>
                  <a:pt x="1982" y="7892"/>
                  <a:pt x="2146" y="7727"/>
                  <a:pt x="2146" y="7528"/>
                </a:cubicBezTo>
                <a:cubicBezTo>
                  <a:pt x="2146" y="7327"/>
                  <a:pt x="1982" y="7164"/>
                  <a:pt x="1783" y="7164"/>
                </a:cubicBezTo>
                <a:cubicBezTo>
                  <a:pt x="1582" y="7164"/>
                  <a:pt x="1419" y="7326"/>
                  <a:pt x="1419" y="7528"/>
                </a:cubicBezTo>
                <a:close/>
                <a:moveTo>
                  <a:pt x="1419" y="4655"/>
                </a:moveTo>
                <a:cubicBezTo>
                  <a:pt x="1419" y="4854"/>
                  <a:pt x="1582" y="5019"/>
                  <a:pt x="1783" y="5019"/>
                </a:cubicBezTo>
                <a:cubicBezTo>
                  <a:pt x="1982" y="5019"/>
                  <a:pt x="2146" y="4854"/>
                  <a:pt x="2146" y="4655"/>
                </a:cubicBezTo>
                <a:cubicBezTo>
                  <a:pt x="2146" y="4454"/>
                  <a:pt x="1982" y="4292"/>
                  <a:pt x="1783" y="4292"/>
                </a:cubicBezTo>
                <a:cubicBezTo>
                  <a:pt x="1582" y="4292"/>
                  <a:pt x="1419" y="4453"/>
                  <a:pt x="1419" y="4655"/>
                </a:cubicBezTo>
                <a:close/>
                <a:moveTo>
                  <a:pt x="9310" y="5596"/>
                </a:moveTo>
                <a:lnTo>
                  <a:pt x="9310" y="6983"/>
                </a:lnTo>
                <a:cubicBezTo>
                  <a:pt x="9310" y="7551"/>
                  <a:pt x="9085" y="8132"/>
                  <a:pt x="8694" y="8575"/>
                </a:cubicBezTo>
                <a:cubicBezTo>
                  <a:pt x="8275" y="9048"/>
                  <a:pt x="7728" y="9310"/>
                  <a:pt x="7152" y="9310"/>
                </a:cubicBezTo>
                <a:lnTo>
                  <a:pt x="7102" y="9310"/>
                </a:lnTo>
                <a:cubicBezTo>
                  <a:pt x="6526" y="9310"/>
                  <a:pt x="5979" y="9050"/>
                  <a:pt x="5560" y="8575"/>
                </a:cubicBezTo>
                <a:cubicBezTo>
                  <a:pt x="5168" y="8132"/>
                  <a:pt x="4944" y="7551"/>
                  <a:pt x="4944" y="6983"/>
                </a:cubicBezTo>
                <a:lnTo>
                  <a:pt x="4944" y="5596"/>
                </a:lnTo>
                <a:cubicBezTo>
                  <a:pt x="4944" y="5452"/>
                  <a:pt x="5028" y="5324"/>
                  <a:pt x="5159" y="5263"/>
                </a:cubicBezTo>
                <a:lnTo>
                  <a:pt x="6947" y="4466"/>
                </a:lnTo>
                <a:cubicBezTo>
                  <a:pt x="7005" y="4438"/>
                  <a:pt x="7067" y="4430"/>
                  <a:pt x="7128" y="4434"/>
                </a:cubicBezTo>
                <a:cubicBezTo>
                  <a:pt x="7188" y="4430"/>
                  <a:pt x="7249" y="4438"/>
                  <a:pt x="7310" y="4466"/>
                </a:cubicBezTo>
                <a:lnTo>
                  <a:pt x="9097" y="5263"/>
                </a:lnTo>
                <a:cubicBezTo>
                  <a:pt x="9226" y="5324"/>
                  <a:pt x="9310" y="5454"/>
                  <a:pt x="9310" y="5596"/>
                </a:cubicBezTo>
                <a:close/>
                <a:moveTo>
                  <a:pt x="8583" y="5833"/>
                </a:moveTo>
                <a:lnTo>
                  <a:pt x="7126" y="5182"/>
                </a:lnTo>
                <a:lnTo>
                  <a:pt x="5669" y="5833"/>
                </a:lnTo>
                <a:lnTo>
                  <a:pt x="5669" y="6983"/>
                </a:lnTo>
                <a:cubicBezTo>
                  <a:pt x="5669" y="7736"/>
                  <a:pt x="6282" y="8583"/>
                  <a:pt x="7101" y="8583"/>
                </a:cubicBezTo>
                <a:lnTo>
                  <a:pt x="7150" y="8583"/>
                </a:lnTo>
                <a:cubicBezTo>
                  <a:pt x="7969" y="8583"/>
                  <a:pt x="8580" y="7739"/>
                  <a:pt x="8580" y="6983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8576863"/>
      </p:ext>
    </p:extLst>
  </p:cSld>
  <p:clrMapOvr>
    <a:masterClrMapping/>
  </p:clrMapOvr>
  <p:transition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69"/>
          <p:cNvSpPr txBox="1">
            <a:spLocks noGrp="1"/>
          </p:cNvSpPr>
          <p:nvPr>
            <p:ph type="title" idx="4"/>
          </p:nvPr>
        </p:nvSpPr>
        <p:spPr>
          <a:xfrm>
            <a:off x="720000" y="36582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bg1"/>
                </a:solidFill>
              </a:rPr>
              <a:t>COSTO DE </a:t>
            </a:r>
            <a:r>
              <a:rPr lang="en" sz="4400" dirty="0">
                <a:solidFill>
                  <a:schemeClr val="accent4"/>
                </a:solidFill>
              </a:rPr>
              <a:t>OSPF</a:t>
            </a:r>
            <a:endParaRPr sz="4400" dirty="0">
              <a:solidFill>
                <a:schemeClr val="accent4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22BF0F1-0BB1-13B2-EE71-4A48FFA3AFCB}"/>
              </a:ext>
            </a:extLst>
          </p:cNvPr>
          <p:cNvSpPr txBox="1"/>
          <p:nvPr/>
        </p:nvSpPr>
        <p:spPr>
          <a:xfrm>
            <a:off x="1828597" y="1432977"/>
            <a:ext cx="659540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800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El costo de una interfaz en </a:t>
            </a:r>
            <a:r>
              <a:rPr lang="es-AR" sz="1800" b="1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OSPF</a:t>
            </a:r>
            <a:r>
              <a:rPr lang="es-AR" sz="1800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 es una indicación de la 	sobrecarga requerida para enviar paquetes a través 					de una interfaz específica.</a:t>
            </a:r>
          </a:p>
          <a:p>
            <a:endParaRPr lang="es-AR" dirty="0"/>
          </a:p>
        </p:txBody>
      </p:sp>
      <p:sp>
        <p:nvSpPr>
          <p:cNvPr id="33" name="Google Shape;1366;p48">
            <a:extLst>
              <a:ext uri="{FF2B5EF4-FFF2-40B4-BE49-F238E27FC236}">
                <a16:creationId xmlns:a16="http://schemas.microsoft.com/office/drawing/2014/main" id="{003FAD26-DF7B-A5D4-99BC-EA0C19C0C7C9}"/>
              </a:ext>
            </a:extLst>
          </p:cNvPr>
          <p:cNvSpPr/>
          <p:nvPr/>
        </p:nvSpPr>
        <p:spPr>
          <a:xfrm>
            <a:off x="4146543" y="2313827"/>
            <a:ext cx="1072218" cy="1106445"/>
          </a:xfrm>
          <a:custGeom>
            <a:avLst/>
            <a:gdLst/>
            <a:ahLst/>
            <a:cxnLst/>
            <a:rect l="l" t="t" r="r" b="b"/>
            <a:pathLst>
              <a:path w="9780" h="10093" extrusionOk="0">
                <a:moveTo>
                  <a:pt x="9735" y="6417"/>
                </a:moveTo>
                <a:cubicBezTo>
                  <a:pt x="9593" y="7554"/>
                  <a:pt x="9106" y="8600"/>
                  <a:pt x="8327" y="9442"/>
                </a:cubicBezTo>
                <a:lnTo>
                  <a:pt x="8326" y="9443"/>
                </a:lnTo>
                <a:lnTo>
                  <a:pt x="7831" y="9971"/>
                </a:lnTo>
                <a:cubicBezTo>
                  <a:pt x="7756" y="10052"/>
                  <a:pt x="7655" y="10092"/>
                  <a:pt x="7551" y="10092"/>
                </a:cubicBezTo>
                <a:cubicBezTo>
                  <a:pt x="7458" y="10092"/>
                  <a:pt x="7365" y="10057"/>
                  <a:pt x="7292" y="9988"/>
                </a:cubicBezTo>
                <a:cubicBezTo>
                  <a:pt x="7139" y="9846"/>
                  <a:pt x="7130" y="9603"/>
                  <a:pt x="7275" y="9451"/>
                </a:cubicBezTo>
                <a:lnTo>
                  <a:pt x="7770" y="8924"/>
                </a:lnTo>
                <a:cubicBezTo>
                  <a:pt x="8440" y="8200"/>
                  <a:pt x="8857" y="7302"/>
                  <a:pt x="8981" y="6322"/>
                </a:cubicBezTo>
                <a:cubicBezTo>
                  <a:pt x="9008" y="6114"/>
                  <a:pt x="9199" y="5966"/>
                  <a:pt x="9407" y="5992"/>
                </a:cubicBezTo>
                <a:cubicBezTo>
                  <a:pt x="9613" y="6017"/>
                  <a:pt x="9762" y="6206"/>
                  <a:pt x="9735" y="6417"/>
                </a:cubicBezTo>
                <a:close/>
                <a:moveTo>
                  <a:pt x="7956" y="6863"/>
                </a:moveTo>
                <a:lnTo>
                  <a:pt x="7130" y="7791"/>
                </a:lnTo>
                <a:cubicBezTo>
                  <a:pt x="7055" y="7875"/>
                  <a:pt x="6951" y="7918"/>
                  <a:pt x="6846" y="7918"/>
                </a:cubicBezTo>
                <a:cubicBezTo>
                  <a:pt x="6756" y="7918"/>
                  <a:pt x="6664" y="7886"/>
                  <a:pt x="6592" y="7822"/>
                </a:cubicBezTo>
                <a:cubicBezTo>
                  <a:pt x="6435" y="7681"/>
                  <a:pt x="6420" y="7440"/>
                  <a:pt x="6562" y="7283"/>
                </a:cubicBezTo>
                <a:lnTo>
                  <a:pt x="7390" y="6353"/>
                </a:lnTo>
                <a:lnTo>
                  <a:pt x="7396" y="6348"/>
                </a:lnTo>
                <a:cubicBezTo>
                  <a:pt x="7452" y="6287"/>
                  <a:pt x="7486" y="6211"/>
                  <a:pt x="7493" y="6134"/>
                </a:cubicBezTo>
                <a:lnTo>
                  <a:pt x="7493" y="6044"/>
                </a:lnTo>
                <a:cubicBezTo>
                  <a:pt x="7483" y="5959"/>
                  <a:pt x="7443" y="5875"/>
                  <a:pt x="7374" y="5809"/>
                </a:cubicBezTo>
                <a:cubicBezTo>
                  <a:pt x="7220" y="5665"/>
                  <a:pt x="6979" y="5676"/>
                  <a:pt x="6837" y="5830"/>
                </a:cubicBezTo>
                <a:lnTo>
                  <a:pt x="5437" y="7353"/>
                </a:lnTo>
                <a:lnTo>
                  <a:pt x="5479" y="7399"/>
                </a:lnTo>
                <a:cubicBezTo>
                  <a:pt x="5779" y="7722"/>
                  <a:pt x="5933" y="8139"/>
                  <a:pt x="5916" y="8579"/>
                </a:cubicBezTo>
                <a:cubicBezTo>
                  <a:pt x="5899" y="9016"/>
                  <a:pt x="5711" y="9422"/>
                  <a:pt x="5391" y="9720"/>
                </a:cubicBezTo>
                <a:lnTo>
                  <a:pt x="5099" y="9991"/>
                </a:lnTo>
                <a:cubicBezTo>
                  <a:pt x="5027" y="10060"/>
                  <a:pt x="4933" y="10092"/>
                  <a:pt x="4839" y="10092"/>
                </a:cubicBezTo>
                <a:cubicBezTo>
                  <a:pt x="4737" y="10092"/>
                  <a:pt x="4635" y="10051"/>
                  <a:pt x="4559" y="9970"/>
                </a:cubicBezTo>
                <a:cubicBezTo>
                  <a:pt x="4417" y="9816"/>
                  <a:pt x="4426" y="9574"/>
                  <a:pt x="4580" y="9432"/>
                </a:cubicBezTo>
                <a:lnTo>
                  <a:pt x="4872" y="9162"/>
                </a:lnTo>
                <a:cubicBezTo>
                  <a:pt x="5044" y="9002"/>
                  <a:pt x="5145" y="8787"/>
                  <a:pt x="5153" y="8551"/>
                </a:cubicBezTo>
                <a:cubicBezTo>
                  <a:pt x="5162" y="8318"/>
                  <a:pt x="5078" y="8093"/>
                  <a:pt x="4920" y="7921"/>
                </a:cubicBezTo>
                <a:lnTo>
                  <a:pt x="2974" y="5833"/>
                </a:lnTo>
                <a:cubicBezTo>
                  <a:pt x="2902" y="5757"/>
                  <a:pt x="2809" y="5716"/>
                  <a:pt x="2708" y="5710"/>
                </a:cubicBezTo>
                <a:cubicBezTo>
                  <a:pt x="2607" y="5707"/>
                  <a:pt x="2509" y="5742"/>
                  <a:pt x="2435" y="5811"/>
                </a:cubicBezTo>
                <a:cubicBezTo>
                  <a:pt x="2363" y="5878"/>
                  <a:pt x="2322" y="5968"/>
                  <a:pt x="2314" y="6059"/>
                </a:cubicBezTo>
                <a:lnTo>
                  <a:pt x="2314" y="6124"/>
                </a:lnTo>
                <a:cubicBezTo>
                  <a:pt x="2322" y="6206"/>
                  <a:pt x="2355" y="6284"/>
                  <a:pt x="2413" y="6350"/>
                </a:cubicBezTo>
                <a:lnTo>
                  <a:pt x="3716" y="7734"/>
                </a:lnTo>
                <a:cubicBezTo>
                  <a:pt x="3859" y="7887"/>
                  <a:pt x="3852" y="8130"/>
                  <a:pt x="3699" y="8273"/>
                </a:cubicBezTo>
                <a:cubicBezTo>
                  <a:pt x="3546" y="8417"/>
                  <a:pt x="3303" y="8409"/>
                  <a:pt x="3160" y="8257"/>
                </a:cubicBezTo>
                <a:lnTo>
                  <a:pt x="1859" y="6869"/>
                </a:lnTo>
                <a:lnTo>
                  <a:pt x="1856" y="6867"/>
                </a:lnTo>
                <a:cubicBezTo>
                  <a:pt x="1676" y="6670"/>
                  <a:pt x="1576" y="6427"/>
                  <a:pt x="1557" y="6182"/>
                </a:cubicBezTo>
                <a:lnTo>
                  <a:pt x="1557" y="6172"/>
                </a:lnTo>
                <a:cubicBezTo>
                  <a:pt x="1554" y="6128"/>
                  <a:pt x="1554" y="6082"/>
                  <a:pt x="1555" y="6038"/>
                </a:cubicBezTo>
                <a:lnTo>
                  <a:pt x="1554" y="3746"/>
                </a:lnTo>
                <a:lnTo>
                  <a:pt x="1554" y="3647"/>
                </a:lnTo>
                <a:lnTo>
                  <a:pt x="1554" y="2447"/>
                </a:lnTo>
                <a:lnTo>
                  <a:pt x="1554" y="2434"/>
                </a:lnTo>
                <a:cubicBezTo>
                  <a:pt x="1555" y="2337"/>
                  <a:pt x="1518" y="2245"/>
                  <a:pt x="1445" y="2173"/>
                </a:cubicBezTo>
                <a:cubicBezTo>
                  <a:pt x="1373" y="2099"/>
                  <a:pt x="1269" y="2054"/>
                  <a:pt x="1166" y="2051"/>
                </a:cubicBezTo>
                <a:cubicBezTo>
                  <a:pt x="961" y="2045"/>
                  <a:pt x="801" y="2198"/>
                  <a:pt x="793" y="2405"/>
                </a:cubicBezTo>
                <a:lnTo>
                  <a:pt x="793" y="5620"/>
                </a:lnTo>
                <a:lnTo>
                  <a:pt x="793" y="5627"/>
                </a:lnTo>
                <a:cubicBezTo>
                  <a:pt x="764" y="6864"/>
                  <a:pt x="1201" y="8035"/>
                  <a:pt x="2021" y="8921"/>
                </a:cubicBezTo>
                <a:lnTo>
                  <a:pt x="2514" y="9448"/>
                </a:lnTo>
                <a:cubicBezTo>
                  <a:pt x="2657" y="9600"/>
                  <a:pt x="2650" y="9842"/>
                  <a:pt x="2497" y="9985"/>
                </a:cubicBezTo>
                <a:cubicBezTo>
                  <a:pt x="2425" y="10054"/>
                  <a:pt x="2329" y="10089"/>
                  <a:pt x="2238" y="10089"/>
                </a:cubicBezTo>
                <a:cubicBezTo>
                  <a:pt x="2137" y="10089"/>
                  <a:pt x="2036" y="10048"/>
                  <a:pt x="1960" y="9968"/>
                </a:cubicBezTo>
                <a:lnTo>
                  <a:pt x="1465" y="9440"/>
                </a:lnTo>
                <a:lnTo>
                  <a:pt x="1463" y="9437"/>
                </a:lnTo>
                <a:cubicBezTo>
                  <a:pt x="509" y="8406"/>
                  <a:pt x="1" y="7047"/>
                  <a:pt x="31" y="5612"/>
                </a:cubicBezTo>
                <a:lnTo>
                  <a:pt x="31" y="2396"/>
                </a:lnTo>
                <a:lnTo>
                  <a:pt x="31" y="2386"/>
                </a:lnTo>
                <a:cubicBezTo>
                  <a:pt x="51" y="1761"/>
                  <a:pt x="540" y="1286"/>
                  <a:pt x="1153" y="1286"/>
                </a:cubicBezTo>
                <a:lnTo>
                  <a:pt x="1189" y="1286"/>
                </a:lnTo>
                <a:cubicBezTo>
                  <a:pt x="1491" y="1295"/>
                  <a:pt x="1776" y="1418"/>
                  <a:pt x="1987" y="1633"/>
                </a:cubicBezTo>
                <a:cubicBezTo>
                  <a:pt x="2041" y="1686"/>
                  <a:pt x="2089" y="1746"/>
                  <a:pt x="2129" y="1807"/>
                </a:cubicBezTo>
                <a:cubicBezTo>
                  <a:pt x="2251" y="1625"/>
                  <a:pt x="2392" y="1454"/>
                  <a:pt x="2551" y="1298"/>
                </a:cubicBezTo>
                <a:cubicBezTo>
                  <a:pt x="3868" y="1"/>
                  <a:pt x="5994" y="16"/>
                  <a:pt x="7292" y="1334"/>
                </a:cubicBezTo>
                <a:cubicBezTo>
                  <a:pt x="7437" y="1480"/>
                  <a:pt x="7565" y="1639"/>
                  <a:pt x="7678" y="1802"/>
                </a:cubicBezTo>
                <a:cubicBezTo>
                  <a:pt x="7716" y="1746"/>
                  <a:pt x="7757" y="1691"/>
                  <a:pt x="7808" y="1639"/>
                </a:cubicBezTo>
                <a:cubicBezTo>
                  <a:pt x="8016" y="1421"/>
                  <a:pt x="8298" y="1295"/>
                  <a:pt x="8603" y="1288"/>
                </a:cubicBezTo>
                <a:cubicBezTo>
                  <a:pt x="9233" y="1271"/>
                  <a:pt x="9762" y="1763"/>
                  <a:pt x="9779" y="2387"/>
                </a:cubicBezTo>
                <a:lnTo>
                  <a:pt x="9779" y="2398"/>
                </a:lnTo>
                <a:lnTo>
                  <a:pt x="9779" y="4470"/>
                </a:lnTo>
                <a:cubicBezTo>
                  <a:pt x="9779" y="4679"/>
                  <a:pt x="9610" y="4852"/>
                  <a:pt x="9397" y="4852"/>
                </a:cubicBezTo>
                <a:lnTo>
                  <a:pt x="9397" y="4852"/>
                </a:lnTo>
                <a:cubicBezTo>
                  <a:pt x="9187" y="4852"/>
                  <a:pt x="9016" y="4681"/>
                  <a:pt x="9016" y="4470"/>
                </a:cubicBezTo>
                <a:lnTo>
                  <a:pt x="9016" y="2405"/>
                </a:lnTo>
                <a:cubicBezTo>
                  <a:pt x="9011" y="2309"/>
                  <a:pt x="8970" y="2218"/>
                  <a:pt x="8900" y="2152"/>
                </a:cubicBezTo>
                <a:cubicBezTo>
                  <a:pt x="8825" y="2083"/>
                  <a:pt x="8729" y="2047"/>
                  <a:pt x="8625" y="2051"/>
                </a:cubicBezTo>
                <a:cubicBezTo>
                  <a:pt x="8521" y="2054"/>
                  <a:pt x="8428" y="2095"/>
                  <a:pt x="8359" y="2167"/>
                </a:cubicBezTo>
                <a:cubicBezTo>
                  <a:pt x="8290" y="2237"/>
                  <a:pt x="8255" y="2334"/>
                  <a:pt x="8258" y="2434"/>
                </a:cubicBezTo>
                <a:lnTo>
                  <a:pt x="8258" y="2447"/>
                </a:lnTo>
                <a:lnTo>
                  <a:pt x="8255" y="6020"/>
                </a:lnTo>
                <a:cubicBezTo>
                  <a:pt x="8274" y="6319"/>
                  <a:pt x="8174" y="6626"/>
                  <a:pt x="7956" y="6863"/>
                </a:cubicBezTo>
                <a:close/>
                <a:moveTo>
                  <a:pt x="7167" y="4948"/>
                </a:moveTo>
                <a:cubicBezTo>
                  <a:pt x="7724" y="3946"/>
                  <a:pt x="7557" y="2693"/>
                  <a:pt x="6747" y="1870"/>
                </a:cubicBezTo>
                <a:cubicBezTo>
                  <a:pt x="5742" y="853"/>
                  <a:pt x="4099" y="840"/>
                  <a:pt x="3082" y="1844"/>
                </a:cubicBezTo>
                <a:cubicBezTo>
                  <a:pt x="2256" y="2657"/>
                  <a:pt x="2077" y="3943"/>
                  <a:pt x="2635" y="4946"/>
                </a:cubicBezTo>
                <a:cubicBezTo>
                  <a:pt x="2668" y="4945"/>
                  <a:pt x="2702" y="4945"/>
                  <a:pt x="2734" y="4946"/>
                </a:cubicBezTo>
                <a:cubicBezTo>
                  <a:pt x="3039" y="4959"/>
                  <a:pt x="3322" y="5088"/>
                  <a:pt x="3528" y="5313"/>
                </a:cubicBezTo>
                <a:lnTo>
                  <a:pt x="4383" y="6227"/>
                </a:lnTo>
                <a:cubicBezTo>
                  <a:pt x="4731" y="6298"/>
                  <a:pt x="5091" y="6296"/>
                  <a:pt x="5437" y="6223"/>
                </a:cubicBezTo>
                <a:lnTo>
                  <a:pt x="6273" y="5313"/>
                </a:lnTo>
                <a:cubicBezTo>
                  <a:pt x="6512" y="5058"/>
                  <a:pt x="6841" y="4936"/>
                  <a:pt x="7167" y="4948"/>
                </a:cubicBezTo>
                <a:close/>
                <a:moveTo>
                  <a:pt x="5027" y="3268"/>
                </a:moveTo>
                <a:lnTo>
                  <a:pt x="4772" y="3268"/>
                </a:lnTo>
                <a:cubicBezTo>
                  <a:pt x="4708" y="3268"/>
                  <a:pt x="4653" y="3207"/>
                  <a:pt x="4653" y="3137"/>
                </a:cubicBezTo>
                <a:lnTo>
                  <a:pt x="4653" y="3122"/>
                </a:lnTo>
                <a:cubicBezTo>
                  <a:pt x="4653" y="3054"/>
                  <a:pt x="4704" y="3006"/>
                  <a:pt x="4772" y="3006"/>
                </a:cubicBezTo>
                <a:lnTo>
                  <a:pt x="5244" y="3006"/>
                </a:lnTo>
                <a:cubicBezTo>
                  <a:pt x="5455" y="3006"/>
                  <a:pt x="5626" y="2836"/>
                  <a:pt x="5626" y="2624"/>
                </a:cubicBezTo>
                <a:cubicBezTo>
                  <a:pt x="5626" y="2413"/>
                  <a:pt x="5456" y="2242"/>
                  <a:pt x="5244" y="2242"/>
                </a:cubicBezTo>
                <a:lnTo>
                  <a:pt x="5244" y="2184"/>
                </a:lnTo>
                <a:cubicBezTo>
                  <a:pt x="5244" y="1975"/>
                  <a:pt x="5075" y="1802"/>
                  <a:pt x="4862" y="1802"/>
                </a:cubicBezTo>
                <a:cubicBezTo>
                  <a:pt x="4653" y="1802"/>
                  <a:pt x="4481" y="1973"/>
                  <a:pt x="4481" y="2184"/>
                </a:cubicBezTo>
                <a:lnTo>
                  <a:pt x="4481" y="2291"/>
                </a:lnTo>
                <a:cubicBezTo>
                  <a:pt x="4137" y="2412"/>
                  <a:pt x="3890" y="2738"/>
                  <a:pt x="3890" y="3122"/>
                </a:cubicBezTo>
                <a:lnTo>
                  <a:pt x="3890" y="3137"/>
                </a:lnTo>
                <a:cubicBezTo>
                  <a:pt x="3890" y="3630"/>
                  <a:pt x="4284" y="4030"/>
                  <a:pt x="4771" y="4030"/>
                </a:cubicBezTo>
                <a:lnTo>
                  <a:pt x="5024" y="4030"/>
                </a:lnTo>
                <a:cubicBezTo>
                  <a:pt x="5093" y="4030"/>
                  <a:pt x="5146" y="4081"/>
                  <a:pt x="5146" y="4145"/>
                </a:cubicBezTo>
                <a:lnTo>
                  <a:pt x="5146" y="4297"/>
                </a:lnTo>
                <a:cubicBezTo>
                  <a:pt x="5146" y="4365"/>
                  <a:pt x="5096" y="4413"/>
                  <a:pt x="5024" y="4413"/>
                </a:cubicBezTo>
                <a:lnTo>
                  <a:pt x="4252" y="4413"/>
                </a:lnTo>
                <a:cubicBezTo>
                  <a:pt x="4042" y="4413"/>
                  <a:pt x="3870" y="4584"/>
                  <a:pt x="3870" y="4795"/>
                </a:cubicBezTo>
                <a:cubicBezTo>
                  <a:pt x="3870" y="5006"/>
                  <a:pt x="4039" y="5177"/>
                  <a:pt x="4252" y="5177"/>
                </a:cubicBezTo>
                <a:lnTo>
                  <a:pt x="4481" y="5177"/>
                </a:lnTo>
                <a:lnTo>
                  <a:pt x="4481" y="5215"/>
                </a:lnTo>
                <a:cubicBezTo>
                  <a:pt x="4481" y="5426"/>
                  <a:pt x="4650" y="5597"/>
                  <a:pt x="4862" y="5597"/>
                </a:cubicBezTo>
                <a:cubicBezTo>
                  <a:pt x="5073" y="5597"/>
                  <a:pt x="5244" y="5427"/>
                  <a:pt x="5244" y="5215"/>
                </a:cubicBezTo>
                <a:lnTo>
                  <a:pt x="5244" y="5151"/>
                </a:lnTo>
                <a:cubicBezTo>
                  <a:pt x="5627" y="5053"/>
                  <a:pt x="5910" y="4710"/>
                  <a:pt x="5910" y="4299"/>
                </a:cubicBezTo>
                <a:lnTo>
                  <a:pt x="5910" y="4146"/>
                </a:lnTo>
                <a:cubicBezTo>
                  <a:pt x="5910" y="3662"/>
                  <a:pt x="5513" y="3268"/>
                  <a:pt x="5027" y="326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676D164-15E0-5983-ADE2-D04AF2CD471B}"/>
              </a:ext>
            </a:extLst>
          </p:cNvPr>
          <p:cNvSpPr txBox="1"/>
          <p:nvPr/>
        </p:nvSpPr>
        <p:spPr>
          <a:xfrm>
            <a:off x="940577" y="3845528"/>
            <a:ext cx="7262845" cy="1138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800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es-AR" sz="1800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s-AR" sz="1800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ormula del coste se obtiene haciendo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800" dirty="0">
                <a:solidFill>
                  <a:schemeClr val="bg1"/>
                </a:solidFill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s-AR" sz="2000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10000 0000/ancho de banda en </a:t>
            </a:r>
            <a:r>
              <a:rPr lang="es-AR" sz="2000" b="1" dirty="0">
                <a:solidFill>
                  <a:schemeClr val="bg1"/>
                </a:solidFill>
                <a:effectLst/>
                <a:latin typeface="Overpass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bps</a:t>
            </a:r>
            <a:endParaRPr lang="es-AR" sz="1800" b="1" dirty="0">
              <a:solidFill>
                <a:schemeClr val="bg1"/>
              </a:solidFill>
              <a:effectLst/>
              <a:latin typeface="Overpass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69116790"/>
      </p:ext>
    </p:extLst>
  </p:cSld>
  <p:clrMapOvr>
    <a:masterClrMapping/>
  </p:clrMapOvr>
  <p:transition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47"/>
          <p:cNvSpPr txBox="1">
            <a:spLocks noGrp="1"/>
          </p:cNvSpPr>
          <p:nvPr>
            <p:ph type="subTitle" idx="3"/>
          </p:nvPr>
        </p:nvSpPr>
        <p:spPr>
          <a:xfrm>
            <a:off x="1054562" y="1474988"/>
            <a:ext cx="2499615" cy="8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1"/>
                </a:solidFill>
              </a:rPr>
              <a:t>Sirven para poner un límite a la propagación de informacion y calculo de Dijkstra para un conjunto de Routers.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28" name="Google Shape;1328;p47"/>
          <p:cNvSpPr txBox="1">
            <a:spLocks noGrp="1"/>
          </p:cNvSpPr>
          <p:nvPr>
            <p:ph type="subTitle" idx="4"/>
          </p:nvPr>
        </p:nvSpPr>
        <p:spPr>
          <a:xfrm>
            <a:off x="5516397" y="3024638"/>
            <a:ext cx="2806644" cy="8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1"/>
                </a:solidFill>
              </a:rPr>
              <a:t>Debe haber un </a:t>
            </a:r>
            <a:r>
              <a:rPr lang="en" b="1" dirty="0">
                <a:solidFill>
                  <a:schemeClr val="accent4"/>
                </a:solidFill>
              </a:rPr>
              <a:t>Área 0 </a:t>
            </a:r>
            <a:r>
              <a:rPr lang="en" b="1" dirty="0">
                <a:solidFill>
                  <a:schemeClr val="bg1"/>
                </a:solidFill>
              </a:rPr>
              <a:t>conectada a todas las demás mediante enlaces físicos o virtuales.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29" name="Google Shape;1329;p47"/>
          <p:cNvSpPr txBox="1">
            <a:spLocks noGrp="1"/>
          </p:cNvSpPr>
          <p:nvPr>
            <p:ph type="title"/>
          </p:nvPr>
        </p:nvSpPr>
        <p:spPr>
          <a:xfrm>
            <a:off x="719997" y="152525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000" dirty="0"/>
              <a:t>¿ Qué son las </a:t>
            </a:r>
            <a:r>
              <a:rPr lang="en" sz="4000" dirty="0">
                <a:solidFill>
                  <a:schemeClr val="accent4"/>
                </a:solidFill>
              </a:rPr>
              <a:t>Áreas</a:t>
            </a:r>
            <a:r>
              <a:rPr lang="en" sz="4000" dirty="0"/>
              <a:t>?</a:t>
            </a:r>
            <a:endParaRPr sz="4000" dirty="0"/>
          </a:p>
        </p:txBody>
      </p:sp>
      <p:sp>
        <p:nvSpPr>
          <p:cNvPr id="1330" name="Google Shape;1330;p47"/>
          <p:cNvSpPr/>
          <p:nvPr/>
        </p:nvSpPr>
        <p:spPr>
          <a:xfrm>
            <a:off x="4165713" y="1883288"/>
            <a:ext cx="816600" cy="8166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47"/>
          <p:cNvSpPr/>
          <p:nvPr/>
        </p:nvSpPr>
        <p:spPr>
          <a:xfrm>
            <a:off x="4165713" y="3349313"/>
            <a:ext cx="816600" cy="8166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34" name="Google Shape;1334;p47"/>
          <p:cNvCxnSpPr>
            <a:cxnSpLocks/>
            <a:stCxn id="1327" idx="3"/>
            <a:endCxn id="1330" idx="2"/>
          </p:cNvCxnSpPr>
          <p:nvPr/>
        </p:nvCxnSpPr>
        <p:spPr>
          <a:xfrm>
            <a:off x="3554177" y="1883288"/>
            <a:ext cx="611536" cy="408300"/>
          </a:xfrm>
          <a:prstGeom prst="bentConnector3">
            <a:avLst>
              <a:gd name="adj1" fmla="val 50000"/>
            </a:avLst>
          </a:prstGeom>
          <a:noFill/>
          <a:ln w="952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5" name="Google Shape;1335;p47"/>
          <p:cNvCxnSpPr>
            <a:cxnSpLocks/>
          </p:cNvCxnSpPr>
          <p:nvPr/>
        </p:nvCxnSpPr>
        <p:spPr>
          <a:xfrm flipV="1">
            <a:off x="4938388" y="3412105"/>
            <a:ext cx="534084" cy="324675"/>
          </a:xfrm>
          <a:prstGeom prst="bentConnector3">
            <a:avLst>
              <a:gd name="adj1" fmla="val 50000"/>
            </a:avLst>
          </a:prstGeom>
          <a:noFill/>
          <a:ln w="952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6" name="Google Shape;1336;p47"/>
          <p:cNvCxnSpPr>
            <a:stCxn id="1330" idx="4"/>
            <a:endCxn id="1331" idx="0"/>
          </p:cNvCxnSpPr>
          <p:nvPr/>
        </p:nvCxnSpPr>
        <p:spPr>
          <a:xfrm>
            <a:off x="4574013" y="2699888"/>
            <a:ext cx="0" cy="649500"/>
          </a:xfrm>
          <a:prstGeom prst="straightConnector1">
            <a:avLst/>
          </a:prstGeom>
          <a:noFill/>
          <a:ln w="9525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1759;p64">
            <a:extLst>
              <a:ext uri="{FF2B5EF4-FFF2-40B4-BE49-F238E27FC236}">
                <a16:creationId xmlns:a16="http://schemas.microsoft.com/office/drawing/2014/main" id="{79D8E81F-5C21-945B-4805-3194739848E5}"/>
              </a:ext>
            </a:extLst>
          </p:cNvPr>
          <p:cNvSpPr/>
          <p:nvPr/>
        </p:nvSpPr>
        <p:spPr>
          <a:xfrm>
            <a:off x="4355355" y="2062540"/>
            <a:ext cx="433284" cy="433423"/>
          </a:xfrm>
          <a:custGeom>
            <a:avLst/>
            <a:gdLst/>
            <a:ahLst/>
            <a:cxnLst/>
            <a:rect l="l" t="t" r="r" b="b"/>
            <a:pathLst>
              <a:path w="9328" h="9331" extrusionOk="0">
                <a:moveTo>
                  <a:pt x="8386" y="3990"/>
                </a:moveTo>
                <a:lnTo>
                  <a:pt x="9277" y="2044"/>
                </a:lnTo>
                <a:cubicBezTo>
                  <a:pt x="9328" y="1932"/>
                  <a:pt x="9319" y="1801"/>
                  <a:pt x="9252" y="1697"/>
                </a:cubicBezTo>
                <a:cubicBezTo>
                  <a:pt x="9184" y="1593"/>
                  <a:pt x="9070" y="1529"/>
                  <a:pt x="8946" y="1529"/>
                </a:cubicBezTo>
                <a:lnTo>
                  <a:pt x="7783" y="1529"/>
                </a:lnTo>
                <a:lnTo>
                  <a:pt x="7783" y="385"/>
                </a:lnTo>
                <a:cubicBezTo>
                  <a:pt x="7783" y="261"/>
                  <a:pt x="7719" y="145"/>
                  <a:pt x="7615" y="78"/>
                </a:cubicBezTo>
                <a:cubicBezTo>
                  <a:pt x="7509" y="9"/>
                  <a:pt x="7378" y="0"/>
                  <a:pt x="7266" y="53"/>
                </a:cubicBezTo>
                <a:lnTo>
                  <a:pt x="5303" y="962"/>
                </a:lnTo>
                <a:cubicBezTo>
                  <a:pt x="5173" y="1023"/>
                  <a:pt x="5092" y="1151"/>
                  <a:pt x="5092" y="1292"/>
                </a:cubicBezTo>
                <a:lnTo>
                  <a:pt x="5092" y="2470"/>
                </a:lnTo>
                <a:cubicBezTo>
                  <a:pt x="4878" y="2568"/>
                  <a:pt x="4664" y="2667"/>
                  <a:pt x="4453" y="2763"/>
                </a:cubicBezTo>
                <a:cubicBezTo>
                  <a:pt x="2863" y="3490"/>
                  <a:pt x="1364" y="4177"/>
                  <a:pt x="556" y="4975"/>
                </a:cubicBezTo>
                <a:lnTo>
                  <a:pt x="555" y="4977"/>
                </a:lnTo>
                <a:cubicBezTo>
                  <a:pt x="197" y="5336"/>
                  <a:pt x="1" y="5810"/>
                  <a:pt x="1" y="6315"/>
                </a:cubicBezTo>
                <a:lnTo>
                  <a:pt x="1" y="7874"/>
                </a:lnTo>
                <a:cubicBezTo>
                  <a:pt x="1" y="8676"/>
                  <a:pt x="652" y="9329"/>
                  <a:pt x="1455" y="9329"/>
                </a:cubicBezTo>
                <a:lnTo>
                  <a:pt x="3041" y="9329"/>
                </a:lnTo>
                <a:cubicBezTo>
                  <a:pt x="3543" y="9329"/>
                  <a:pt x="4017" y="9134"/>
                  <a:pt x="4373" y="8779"/>
                </a:cubicBezTo>
                <a:cubicBezTo>
                  <a:pt x="5034" y="8174"/>
                  <a:pt x="5583" y="7122"/>
                  <a:pt x="6206" y="5730"/>
                </a:cubicBezTo>
                <a:cubicBezTo>
                  <a:pt x="6245" y="5639"/>
                  <a:pt x="6287" y="5548"/>
                  <a:pt x="6328" y="5455"/>
                </a:cubicBezTo>
                <a:cubicBezTo>
                  <a:pt x="6410" y="5272"/>
                  <a:pt x="6325" y="5057"/>
                  <a:pt x="6142" y="4975"/>
                </a:cubicBezTo>
                <a:cubicBezTo>
                  <a:pt x="5959" y="4894"/>
                  <a:pt x="5743" y="4977"/>
                  <a:pt x="5662" y="5161"/>
                </a:cubicBezTo>
                <a:cubicBezTo>
                  <a:pt x="5623" y="5252"/>
                  <a:pt x="5582" y="5343"/>
                  <a:pt x="5543" y="5432"/>
                </a:cubicBezTo>
                <a:cubicBezTo>
                  <a:pt x="5084" y="6456"/>
                  <a:pt x="4590" y="7471"/>
                  <a:pt x="4055" y="8065"/>
                </a:cubicBezTo>
                <a:lnTo>
                  <a:pt x="2076" y="6087"/>
                </a:lnTo>
                <a:cubicBezTo>
                  <a:pt x="1934" y="5944"/>
                  <a:pt x="1704" y="5944"/>
                  <a:pt x="1561" y="6087"/>
                </a:cubicBezTo>
                <a:cubicBezTo>
                  <a:pt x="1420" y="6228"/>
                  <a:pt x="1420" y="6459"/>
                  <a:pt x="1561" y="6601"/>
                </a:cubicBezTo>
                <a:lnTo>
                  <a:pt x="3474" y="8514"/>
                </a:lnTo>
                <a:cubicBezTo>
                  <a:pt x="3337" y="8568"/>
                  <a:pt x="3191" y="8597"/>
                  <a:pt x="3041" y="8597"/>
                </a:cubicBezTo>
                <a:lnTo>
                  <a:pt x="1455" y="8597"/>
                </a:lnTo>
                <a:cubicBezTo>
                  <a:pt x="1052" y="8597"/>
                  <a:pt x="728" y="8271"/>
                  <a:pt x="728" y="7870"/>
                </a:cubicBezTo>
                <a:lnTo>
                  <a:pt x="728" y="6312"/>
                </a:lnTo>
                <a:cubicBezTo>
                  <a:pt x="728" y="6001"/>
                  <a:pt x="849" y="5708"/>
                  <a:pt x="1067" y="5489"/>
                </a:cubicBezTo>
                <a:cubicBezTo>
                  <a:pt x="1784" y="4779"/>
                  <a:pt x="3295" y="4088"/>
                  <a:pt x="4754" y="3419"/>
                </a:cubicBezTo>
                <a:cubicBezTo>
                  <a:pt x="4965" y="3323"/>
                  <a:pt x="5183" y="3222"/>
                  <a:pt x="5397" y="3125"/>
                </a:cubicBezTo>
                <a:lnTo>
                  <a:pt x="6344" y="4036"/>
                </a:lnTo>
                <a:cubicBezTo>
                  <a:pt x="6410" y="4132"/>
                  <a:pt x="6520" y="4196"/>
                  <a:pt x="6645" y="4196"/>
                </a:cubicBezTo>
                <a:lnTo>
                  <a:pt x="8053" y="4196"/>
                </a:lnTo>
                <a:cubicBezTo>
                  <a:pt x="8197" y="4203"/>
                  <a:pt x="8325" y="4118"/>
                  <a:pt x="8386" y="3990"/>
                </a:cubicBezTo>
                <a:close/>
                <a:moveTo>
                  <a:pt x="6805" y="3476"/>
                </a:moveTo>
                <a:lnTo>
                  <a:pt x="5816" y="2524"/>
                </a:lnTo>
                <a:lnTo>
                  <a:pt x="5816" y="2511"/>
                </a:lnTo>
                <a:lnTo>
                  <a:pt x="5816" y="1526"/>
                </a:lnTo>
                <a:lnTo>
                  <a:pt x="7053" y="953"/>
                </a:lnTo>
                <a:lnTo>
                  <a:pt x="7053" y="1893"/>
                </a:lnTo>
                <a:cubicBezTo>
                  <a:pt x="7053" y="2094"/>
                  <a:pt x="7217" y="2257"/>
                  <a:pt x="7416" y="2257"/>
                </a:cubicBezTo>
                <a:lnTo>
                  <a:pt x="8376" y="2257"/>
                </a:lnTo>
                <a:lnTo>
                  <a:pt x="7819" y="3476"/>
                </a:lnTo>
                <a:close/>
                <a:moveTo>
                  <a:pt x="1144" y="1404"/>
                </a:moveTo>
                <a:cubicBezTo>
                  <a:pt x="1001" y="1262"/>
                  <a:pt x="1001" y="1032"/>
                  <a:pt x="1144" y="889"/>
                </a:cubicBezTo>
                <a:cubicBezTo>
                  <a:pt x="1285" y="748"/>
                  <a:pt x="1516" y="748"/>
                  <a:pt x="1659" y="889"/>
                </a:cubicBezTo>
                <a:lnTo>
                  <a:pt x="2168" y="1398"/>
                </a:lnTo>
                <a:cubicBezTo>
                  <a:pt x="2309" y="1541"/>
                  <a:pt x="2309" y="1771"/>
                  <a:pt x="2168" y="1913"/>
                </a:cubicBezTo>
                <a:cubicBezTo>
                  <a:pt x="2097" y="1985"/>
                  <a:pt x="2004" y="2021"/>
                  <a:pt x="1911" y="2021"/>
                </a:cubicBezTo>
                <a:cubicBezTo>
                  <a:pt x="1819" y="2021"/>
                  <a:pt x="1726" y="1985"/>
                  <a:pt x="1654" y="1913"/>
                </a:cubicBezTo>
                <a:close/>
                <a:moveTo>
                  <a:pt x="3201" y="1112"/>
                </a:moveTo>
                <a:lnTo>
                  <a:pt x="3201" y="385"/>
                </a:lnTo>
                <a:cubicBezTo>
                  <a:pt x="3201" y="184"/>
                  <a:pt x="3364" y="21"/>
                  <a:pt x="3564" y="21"/>
                </a:cubicBezTo>
                <a:cubicBezTo>
                  <a:pt x="3764" y="21"/>
                  <a:pt x="3928" y="184"/>
                  <a:pt x="3928" y="385"/>
                </a:cubicBezTo>
                <a:lnTo>
                  <a:pt x="3928" y="1112"/>
                </a:lnTo>
                <a:cubicBezTo>
                  <a:pt x="3928" y="1311"/>
                  <a:pt x="3764" y="1475"/>
                  <a:pt x="3564" y="1475"/>
                </a:cubicBezTo>
                <a:cubicBezTo>
                  <a:pt x="3364" y="1475"/>
                  <a:pt x="3201" y="1313"/>
                  <a:pt x="3201" y="1112"/>
                </a:cubicBezTo>
                <a:close/>
                <a:moveTo>
                  <a:pt x="1" y="3076"/>
                </a:moveTo>
                <a:cubicBezTo>
                  <a:pt x="1" y="2875"/>
                  <a:pt x="164" y="2712"/>
                  <a:pt x="364" y="2712"/>
                </a:cubicBezTo>
                <a:lnTo>
                  <a:pt x="1092" y="2712"/>
                </a:lnTo>
                <a:cubicBezTo>
                  <a:pt x="1291" y="2712"/>
                  <a:pt x="1455" y="2875"/>
                  <a:pt x="1455" y="3076"/>
                </a:cubicBezTo>
                <a:cubicBezTo>
                  <a:pt x="1455" y="3275"/>
                  <a:pt x="1291" y="3439"/>
                  <a:pt x="1092" y="3439"/>
                </a:cubicBezTo>
                <a:lnTo>
                  <a:pt x="364" y="3439"/>
                </a:lnTo>
                <a:cubicBezTo>
                  <a:pt x="162" y="3439"/>
                  <a:pt x="1" y="3276"/>
                  <a:pt x="1" y="3076"/>
                </a:cubicBezTo>
                <a:close/>
                <a:moveTo>
                  <a:pt x="8439" y="7674"/>
                </a:moveTo>
                <a:cubicBezTo>
                  <a:pt x="8580" y="7816"/>
                  <a:pt x="8580" y="8046"/>
                  <a:pt x="8439" y="8188"/>
                </a:cubicBezTo>
                <a:cubicBezTo>
                  <a:pt x="8367" y="8258"/>
                  <a:pt x="8274" y="8295"/>
                  <a:pt x="8183" y="8295"/>
                </a:cubicBezTo>
                <a:cubicBezTo>
                  <a:pt x="8090" y="8295"/>
                  <a:pt x="7997" y="8258"/>
                  <a:pt x="7925" y="8188"/>
                </a:cubicBezTo>
                <a:lnTo>
                  <a:pt x="7416" y="7679"/>
                </a:lnTo>
                <a:cubicBezTo>
                  <a:pt x="7275" y="7537"/>
                  <a:pt x="7275" y="7307"/>
                  <a:pt x="7416" y="7164"/>
                </a:cubicBezTo>
                <a:cubicBezTo>
                  <a:pt x="7559" y="7022"/>
                  <a:pt x="7789" y="7022"/>
                  <a:pt x="7931" y="7164"/>
                </a:cubicBezTo>
                <a:close/>
                <a:moveTo>
                  <a:pt x="9310" y="5767"/>
                </a:moveTo>
                <a:cubicBezTo>
                  <a:pt x="9310" y="5966"/>
                  <a:pt x="9146" y="6130"/>
                  <a:pt x="8946" y="6130"/>
                </a:cubicBezTo>
                <a:lnTo>
                  <a:pt x="8219" y="6130"/>
                </a:lnTo>
                <a:cubicBezTo>
                  <a:pt x="8018" y="6130"/>
                  <a:pt x="7855" y="5966"/>
                  <a:pt x="7855" y="5767"/>
                </a:cubicBezTo>
                <a:cubicBezTo>
                  <a:pt x="7855" y="5566"/>
                  <a:pt x="8018" y="5403"/>
                  <a:pt x="8219" y="5403"/>
                </a:cubicBezTo>
                <a:lnTo>
                  <a:pt x="8946" y="5403"/>
                </a:lnTo>
                <a:cubicBezTo>
                  <a:pt x="9146" y="5403"/>
                  <a:pt x="9310" y="5566"/>
                  <a:pt x="9310" y="5767"/>
                </a:cubicBezTo>
                <a:close/>
                <a:moveTo>
                  <a:pt x="6619" y="8239"/>
                </a:moveTo>
                <a:lnTo>
                  <a:pt x="6619" y="8967"/>
                </a:lnTo>
                <a:cubicBezTo>
                  <a:pt x="6619" y="9166"/>
                  <a:pt x="6455" y="9330"/>
                  <a:pt x="6255" y="9330"/>
                </a:cubicBezTo>
                <a:cubicBezTo>
                  <a:pt x="6055" y="9330"/>
                  <a:pt x="5892" y="9166"/>
                  <a:pt x="5892" y="8967"/>
                </a:cubicBezTo>
                <a:lnTo>
                  <a:pt x="5892" y="8239"/>
                </a:lnTo>
                <a:cubicBezTo>
                  <a:pt x="5892" y="8039"/>
                  <a:pt x="6055" y="7876"/>
                  <a:pt x="6255" y="7876"/>
                </a:cubicBezTo>
                <a:cubicBezTo>
                  <a:pt x="6455" y="7876"/>
                  <a:pt x="6619" y="8039"/>
                  <a:pt x="6619" y="8239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061;p76">
            <a:extLst>
              <a:ext uri="{FF2B5EF4-FFF2-40B4-BE49-F238E27FC236}">
                <a16:creationId xmlns:a16="http://schemas.microsoft.com/office/drawing/2014/main" id="{48F7B6D1-EE26-8712-DCBF-558805275B24}"/>
              </a:ext>
            </a:extLst>
          </p:cNvPr>
          <p:cNvSpPr/>
          <p:nvPr/>
        </p:nvSpPr>
        <p:spPr>
          <a:xfrm>
            <a:off x="4388830" y="3574443"/>
            <a:ext cx="366340" cy="366340"/>
          </a:xfrm>
          <a:custGeom>
            <a:avLst/>
            <a:gdLst/>
            <a:ahLst/>
            <a:cxnLst/>
            <a:rect l="l" t="t" r="r" b="b"/>
            <a:pathLst>
              <a:path w="9310" h="9310" extrusionOk="0">
                <a:moveTo>
                  <a:pt x="9310" y="8219"/>
                </a:moveTo>
                <a:cubicBezTo>
                  <a:pt x="9310" y="8418"/>
                  <a:pt x="9147" y="8582"/>
                  <a:pt x="8946" y="8582"/>
                </a:cubicBezTo>
                <a:lnTo>
                  <a:pt x="5201" y="8582"/>
                </a:lnTo>
                <a:cubicBezTo>
                  <a:pt x="5001" y="8582"/>
                  <a:pt x="4837" y="8418"/>
                  <a:pt x="4837" y="8219"/>
                </a:cubicBezTo>
                <a:cubicBezTo>
                  <a:pt x="4837" y="8018"/>
                  <a:pt x="4674" y="7855"/>
                  <a:pt x="4473" y="7855"/>
                </a:cubicBezTo>
                <a:cubicBezTo>
                  <a:pt x="4274" y="7855"/>
                  <a:pt x="4110" y="8018"/>
                  <a:pt x="4110" y="8219"/>
                </a:cubicBezTo>
                <a:cubicBezTo>
                  <a:pt x="4110" y="8418"/>
                  <a:pt x="4274" y="8582"/>
                  <a:pt x="4473" y="8582"/>
                </a:cubicBezTo>
                <a:cubicBezTo>
                  <a:pt x="4674" y="8582"/>
                  <a:pt x="4837" y="8745"/>
                  <a:pt x="4837" y="8946"/>
                </a:cubicBezTo>
                <a:cubicBezTo>
                  <a:pt x="4837" y="9145"/>
                  <a:pt x="4674" y="9310"/>
                  <a:pt x="4473" y="9310"/>
                </a:cubicBezTo>
                <a:cubicBezTo>
                  <a:pt x="3999" y="9310"/>
                  <a:pt x="3596" y="9006"/>
                  <a:pt x="3445" y="8582"/>
                </a:cubicBezTo>
                <a:lnTo>
                  <a:pt x="364" y="8582"/>
                </a:lnTo>
                <a:cubicBezTo>
                  <a:pt x="165" y="8582"/>
                  <a:pt x="0" y="8418"/>
                  <a:pt x="0" y="8219"/>
                </a:cubicBezTo>
                <a:cubicBezTo>
                  <a:pt x="0" y="8018"/>
                  <a:pt x="165" y="7855"/>
                  <a:pt x="364" y="7855"/>
                </a:cubicBezTo>
                <a:lnTo>
                  <a:pt x="3445" y="7855"/>
                </a:lnTo>
                <a:cubicBezTo>
                  <a:pt x="3554" y="7545"/>
                  <a:pt x="3800" y="7301"/>
                  <a:pt x="4110" y="7189"/>
                </a:cubicBezTo>
                <a:lnTo>
                  <a:pt x="4110" y="6563"/>
                </a:lnTo>
                <a:lnTo>
                  <a:pt x="1455" y="6563"/>
                </a:lnTo>
                <a:cubicBezTo>
                  <a:pt x="654" y="6563"/>
                  <a:pt x="0" y="5912"/>
                  <a:pt x="0" y="5109"/>
                </a:cubicBezTo>
                <a:lnTo>
                  <a:pt x="0" y="1273"/>
                </a:lnTo>
                <a:cubicBezTo>
                  <a:pt x="0" y="570"/>
                  <a:pt x="572" y="0"/>
                  <a:pt x="1273" y="0"/>
                </a:cubicBezTo>
                <a:lnTo>
                  <a:pt x="2328" y="0"/>
                </a:lnTo>
                <a:cubicBezTo>
                  <a:pt x="2910" y="0"/>
                  <a:pt x="3403" y="393"/>
                  <a:pt x="3554" y="927"/>
                </a:cubicBezTo>
                <a:lnTo>
                  <a:pt x="6347" y="927"/>
                </a:lnTo>
                <a:cubicBezTo>
                  <a:pt x="6674" y="927"/>
                  <a:pt x="6981" y="1033"/>
                  <a:pt x="7240" y="1232"/>
                </a:cubicBezTo>
                <a:cubicBezTo>
                  <a:pt x="7397" y="1356"/>
                  <a:pt x="7426" y="1584"/>
                  <a:pt x="7303" y="1744"/>
                </a:cubicBezTo>
                <a:cubicBezTo>
                  <a:pt x="7179" y="1901"/>
                  <a:pt x="6952" y="1930"/>
                  <a:pt x="6792" y="1807"/>
                </a:cubicBezTo>
                <a:cubicBezTo>
                  <a:pt x="6663" y="1708"/>
                  <a:pt x="6510" y="1654"/>
                  <a:pt x="6347" y="1654"/>
                </a:cubicBezTo>
                <a:lnTo>
                  <a:pt x="3237" y="1654"/>
                </a:lnTo>
                <a:cubicBezTo>
                  <a:pt x="3038" y="1654"/>
                  <a:pt x="2873" y="1491"/>
                  <a:pt x="2873" y="1290"/>
                </a:cubicBezTo>
                <a:lnTo>
                  <a:pt x="2873" y="1273"/>
                </a:lnTo>
                <a:cubicBezTo>
                  <a:pt x="2873" y="973"/>
                  <a:pt x="2629" y="727"/>
                  <a:pt x="2328" y="727"/>
                </a:cubicBezTo>
                <a:lnTo>
                  <a:pt x="1273" y="727"/>
                </a:lnTo>
                <a:cubicBezTo>
                  <a:pt x="974" y="727"/>
                  <a:pt x="728" y="973"/>
                  <a:pt x="728" y="1273"/>
                </a:cubicBezTo>
                <a:lnTo>
                  <a:pt x="728" y="2418"/>
                </a:lnTo>
                <a:lnTo>
                  <a:pt x="5419" y="2418"/>
                </a:lnTo>
                <a:cubicBezTo>
                  <a:pt x="5620" y="2418"/>
                  <a:pt x="5782" y="2582"/>
                  <a:pt x="5782" y="2781"/>
                </a:cubicBezTo>
                <a:cubicBezTo>
                  <a:pt x="5782" y="2982"/>
                  <a:pt x="5620" y="3145"/>
                  <a:pt x="5419" y="3145"/>
                </a:cubicBezTo>
                <a:lnTo>
                  <a:pt x="728" y="3145"/>
                </a:lnTo>
                <a:lnTo>
                  <a:pt x="728" y="5109"/>
                </a:lnTo>
                <a:cubicBezTo>
                  <a:pt x="728" y="5512"/>
                  <a:pt x="1054" y="5836"/>
                  <a:pt x="1455" y="5836"/>
                </a:cubicBezTo>
                <a:lnTo>
                  <a:pt x="4472" y="5836"/>
                </a:lnTo>
                <a:cubicBezTo>
                  <a:pt x="4667" y="5836"/>
                  <a:pt x="4822" y="5987"/>
                  <a:pt x="4834" y="6181"/>
                </a:cubicBezTo>
                <a:cubicBezTo>
                  <a:pt x="4836" y="6192"/>
                  <a:pt x="4836" y="6205"/>
                  <a:pt x="4836" y="6218"/>
                </a:cubicBezTo>
                <a:lnTo>
                  <a:pt x="4836" y="7192"/>
                </a:lnTo>
                <a:cubicBezTo>
                  <a:pt x="5145" y="7301"/>
                  <a:pt x="5390" y="7545"/>
                  <a:pt x="5502" y="7856"/>
                </a:cubicBezTo>
                <a:lnTo>
                  <a:pt x="8945" y="7856"/>
                </a:lnTo>
                <a:cubicBezTo>
                  <a:pt x="9148" y="7855"/>
                  <a:pt x="9310" y="8018"/>
                  <a:pt x="9310" y="8219"/>
                </a:cubicBezTo>
                <a:close/>
                <a:moveTo>
                  <a:pt x="9310" y="4691"/>
                </a:moveTo>
                <a:lnTo>
                  <a:pt x="9310" y="6509"/>
                </a:lnTo>
                <a:cubicBezTo>
                  <a:pt x="9310" y="6709"/>
                  <a:pt x="9147" y="6873"/>
                  <a:pt x="8946" y="6873"/>
                </a:cubicBezTo>
                <a:lnTo>
                  <a:pt x="5892" y="6873"/>
                </a:lnTo>
                <a:cubicBezTo>
                  <a:pt x="5692" y="6873"/>
                  <a:pt x="5528" y="6709"/>
                  <a:pt x="5528" y="6509"/>
                </a:cubicBezTo>
                <a:lnTo>
                  <a:pt x="5528" y="4691"/>
                </a:lnTo>
                <a:cubicBezTo>
                  <a:pt x="5528" y="4227"/>
                  <a:pt x="5877" y="3843"/>
                  <a:pt x="6328" y="3789"/>
                </a:cubicBezTo>
                <a:lnTo>
                  <a:pt x="6328" y="3491"/>
                </a:lnTo>
                <a:cubicBezTo>
                  <a:pt x="6328" y="2901"/>
                  <a:pt x="6818" y="2418"/>
                  <a:pt x="7419" y="2418"/>
                </a:cubicBezTo>
                <a:cubicBezTo>
                  <a:pt x="8021" y="2418"/>
                  <a:pt x="8510" y="2901"/>
                  <a:pt x="8510" y="3491"/>
                </a:cubicBezTo>
                <a:lnTo>
                  <a:pt x="8510" y="3789"/>
                </a:lnTo>
                <a:cubicBezTo>
                  <a:pt x="8961" y="3843"/>
                  <a:pt x="9310" y="4227"/>
                  <a:pt x="9310" y="4691"/>
                </a:cubicBezTo>
                <a:close/>
                <a:moveTo>
                  <a:pt x="7055" y="3491"/>
                </a:moveTo>
                <a:lnTo>
                  <a:pt x="7055" y="3782"/>
                </a:lnTo>
                <a:lnTo>
                  <a:pt x="7783" y="3782"/>
                </a:lnTo>
                <a:lnTo>
                  <a:pt x="7783" y="3491"/>
                </a:lnTo>
                <a:cubicBezTo>
                  <a:pt x="7783" y="3301"/>
                  <a:pt x="7620" y="3145"/>
                  <a:pt x="7419" y="3145"/>
                </a:cubicBezTo>
                <a:cubicBezTo>
                  <a:pt x="7220" y="3145"/>
                  <a:pt x="7055" y="3302"/>
                  <a:pt x="7055" y="3491"/>
                </a:cubicBezTo>
                <a:close/>
                <a:moveTo>
                  <a:pt x="8583" y="4691"/>
                </a:moveTo>
                <a:cubicBezTo>
                  <a:pt x="8583" y="4591"/>
                  <a:pt x="8501" y="4509"/>
                  <a:pt x="8401" y="4509"/>
                </a:cubicBezTo>
                <a:lnTo>
                  <a:pt x="6437" y="4509"/>
                </a:lnTo>
                <a:cubicBezTo>
                  <a:pt x="6338" y="4509"/>
                  <a:pt x="6255" y="4591"/>
                  <a:pt x="6255" y="4691"/>
                </a:cubicBezTo>
                <a:lnTo>
                  <a:pt x="6255" y="6146"/>
                </a:lnTo>
                <a:lnTo>
                  <a:pt x="8583" y="6146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64"/>
          <p:cNvSpPr txBox="1">
            <a:spLocks noGrp="1"/>
          </p:cNvSpPr>
          <p:nvPr>
            <p:ph type="title"/>
          </p:nvPr>
        </p:nvSpPr>
        <p:spPr>
          <a:xfrm>
            <a:off x="562713" y="2146421"/>
            <a:ext cx="2305500" cy="963861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Router de Borde de Área</a:t>
            </a:r>
            <a:br>
              <a:rPr lang="en" sz="1800" dirty="0"/>
            </a:br>
            <a:r>
              <a:rPr lang="en" sz="1800" dirty="0"/>
              <a:t>(ABR)</a:t>
            </a:r>
            <a:endParaRPr sz="1800" dirty="0">
              <a:solidFill>
                <a:schemeClr val="accent4"/>
              </a:solidFill>
            </a:endParaRPr>
          </a:p>
        </p:txBody>
      </p:sp>
      <p:sp>
        <p:nvSpPr>
          <p:cNvPr id="1737" name="Google Shape;1737;p64"/>
          <p:cNvSpPr txBox="1">
            <a:spLocks noGrp="1"/>
          </p:cNvSpPr>
          <p:nvPr>
            <p:ph type="title" idx="2"/>
          </p:nvPr>
        </p:nvSpPr>
        <p:spPr>
          <a:xfrm>
            <a:off x="3137973" y="1743329"/>
            <a:ext cx="3014868" cy="1039093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Router de margen de Sist. Autonomo</a:t>
            </a:r>
            <a:br>
              <a:rPr lang="en" sz="1800" dirty="0"/>
            </a:br>
            <a:r>
              <a:rPr lang="en" sz="1800" dirty="0"/>
              <a:t>(ASBR)</a:t>
            </a:r>
            <a:endParaRPr sz="1800" dirty="0"/>
          </a:p>
        </p:txBody>
      </p:sp>
      <p:sp>
        <p:nvSpPr>
          <p:cNvPr id="1739" name="Google Shape;1739;p64"/>
          <p:cNvSpPr txBox="1">
            <a:spLocks noGrp="1"/>
          </p:cNvSpPr>
          <p:nvPr>
            <p:ph type="title" idx="4"/>
          </p:nvPr>
        </p:nvSpPr>
        <p:spPr>
          <a:xfrm>
            <a:off x="1985223" y="3684805"/>
            <a:ext cx="2305500" cy="527700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Router Vecino</a:t>
            </a:r>
            <a:endParaRPr dirty="0"/>
          </a:p>
        </p:txBody>
      </p:sp>
      <p:sp>
        <p:nvSpPr>
          <p:cNvPr id="1741" name="Google Shape;1741;p64"/>
          <p:cNvSpPr txBox="1">
            <a:spLocks noGrp="1"/>
          </p:cNvSpPr>
          <p:nvPr>
            <p:ph type="title" idx="6"/>
          </p:nvPr>
        </p:nvSpPr>
        <p:spPr>
          <a:xfrm>
            <a:off x="4810352" y="3589230"/>
            <a:ext cx="2684977" cy="718851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Routers adyacentes</a:t>
            </a:r>
            <a:br>
              <a:rPr lang="en" dirty="0"/>
            </a:br>
            <a:r>
              <a:rPr lang="en" dirty="0"/>
              <a:t>(DR y BDR)</a:t>
            </a:r>
            <a:endParaRPr dirty="0"/>
          </a:p>
        </p:txBody>
      </p:sp>
      <p:sp>
        <p:nvSpPr>
          <p:cNvPr id="1743" name="Google Shape;1743;p64"/>
          <p:cNvSpPr txBox="1">
            <a:spLocks noGrp="1"/>
          </p:cNvSpPr>
          <p:nvPr>
            <p:ph type="title" idx="8"/>
          </p:nvPr>
        </p:nvSpPr>
        <p:spPr>
          <a:xfrm>
            <a:off x="6720195" y="2146421"/>
            <a:ext cx="2007930" cy="718851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Router interno</a:t>
            </a:r>
            <a:br>
              <a:rPr lang="en" dirty="0"/>
            </a:br>
            <a:r>
              <a:rPr lang="en" dirty="0"/>
              <a:t>(IR)</a:t>
            </a:r>
            <a:endParaRPr dirty="0"/>
          </a:p>
        </p:txBody>
      </p:sp>
      <p:sp>
        <p:nvSpPr>
          <p:cNvPr id="1745" name="Google Shape;1745;p64"/>
          <p:cNvSpPr txBox="1">
            <a:spLocks noGrp="1"/>
          </p:cNvSpPr>
          <p:nvPr>
            <p:ph type="title" idx="13"/>
          </p:nvPr>
        </p:nvSpPr>
        <p:spPr>
          <a:xfrm>
            <a:off x="719988" y="143275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Tipos</a:t>
            </a:r>
            <a:r>
              <a:rPr lang="en" sz="4000" dirty="0"/>
              <a:t> de Router</a:t>
            </a:r>
            <a:endParaRPr sz="40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70"/>
          <p:cNvSpPr txBox="1">
            <a:spLocks noGrp="1"/>
          </p:cNvSpPr>
          <p:nvPr>
            <p:ph type="subTitle" idx="1"/>
          </p:nvPr>
        </p:nvSpPr>
        <p:spPr>
          <a:xfrm>
            <a:off x="2890331" y="1729411"/>
            <a:ext cx="3363338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s-AR" sz="1600" b="1" dirty="0">
                <a:solidFill>
                  <a:schemeClr val="accent4"/>
                </a:solidFill>
              </a:rPr>
              <a:t>Habilitar OSPF en el </a:t>
            </a:r>
            <a:r>
              <a:rPr lang="es-AR" sz="1600" b="1" dirty="0" err="1">
                <a:solidFill>
                  <a:schemeClr val="accent4"/>
                </a:solidFill>
              </a:rPr>
              <a:t>Router</a:t>
            </a:r>
            <a:r>
              <a:rPr lang="es-AR" sz="1600" b="1" dirty="0">
                <a:solidFill>
                  <a:schemeClr val="accent4"/>
                </a:solidFill>
              </a:rPr>
              <a:t> 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A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router</a:t>
            </a:r>
            <a:r>
              <a:rPr lang="es-AR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A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ospf</a:t>
            </a:r>
            <a:r>
              <a:rPr lang="es-AR" sz="1600" dirty="0">
                <a:solidFill>
                  <a:schemeClr val="bg1"/>
                </a:solidFill>
                <a:latin typeface="Consolas" panose="020B0609020204030204" pitchFamily="49" charset="0"/>
              </a:rPr>
              <a:t> x</a:t>
            </a:r>
          </a:p>
        </p:txBody>
      </p:sp>
      <p:sp>
        <p:nvSpPr>
          <p:cNvPr id="1907" name="Google Shape;1907;p70"/>
          <p:cNvSpPr txBox="1">
            <a:spLocks noGrp="1"/>
          </p:cNvSpPr>
          <p:nvPr>
            <p:ph type="title"/>
          </p:nvPr>
        </p:nvSpPr>
        <p:spPr>
          <a:xfrm>
            <a:off x="719996" y="397217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bg1"/>
                </a:solidFill>
              </a:rPr>
              <a:t>Configuración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Google Shape;1906;p70">
            <a:extLst>
              <a:ext uri="{FF2B5EF4-FFF2-40B4-BE49-F238E27FC236}">
                <a16:creationId xmlns:a16="http://schemas.microsoft.com/office/drawing/2014/main" id="{4548B665-8958-7FFB-F689-7808951836B7}"/>
              </a:ext>
            </a:extLst>
          </p:cNvPr>
          <p:cNvSpPr txBox="1">
            <a:spLocks/>
          </p:cNvSpPr>
          <p:nvPr/>
        </p:nvSpPr>
        <p:spPr>
          <a:xfrm>
            <a:off x="3273637" y="2554133"/>
            <a:ext cx="2596721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verpass"/>
              <a:buChar char="●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Overpass"/>
              <a:buChar char="■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s-AR" sz="1600" b="1" dirty="0">
                <a:solidFill>
                  <a:schemeClr val="accent4"/>
                </a:solidFill>
              </a:rPr>
              <a:t>Asignación de Área 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A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network</a:t>
            </a:r>
            <a:r>
              <a:rPr lang="es-AR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4" name="Google Shape;1906;p70">
            <a:extLst>
              <a:ext uri="{FF2B5EF4-FFF2-40B4-BE49-F238E27FC236}">
                <a16:creationId xmlns:a16="http://schemas.microsoft.com/office/drawing/2014/main" id="{192EC488-69BA-B542-E6E6-31137C73C528}"/>
              </a:ext>
            </a:extLst>
          </p:cNvPr>
          <p:cNvSpPr txBox="1">
            <a:spLocks/>
          </p:cNvSpPr>
          <p:nvPr/>
        </p:nvSpPr>
        <p:spPr>
          <a:xfrm>
            <a:off x="2890328" y="3378855"/>
            <a:ext cx="3363337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verpass"/>
              <a:buChar char="●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Overpass"/>
              <a:buChar char="■"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s-AR" sz="1600" b="1" dirty="0" err="1">
                <a:solidFill>
                  <a:schemeClr val="accent4"/>
                </a:solidFill>
              </a:rPr>
              <a:t>Asignacion</a:t>
            </a:r>
            <a:r>
              <a:rPr lang="es-AR" sz="1600" b="1" dirty="0">
                <a:solidFill>
                  <a:schemeClr val="accent4"/>
                </a:solidFill>
              </a:rPr>
              <a:t> de ID de </a:t>
            </a:r>
            <a:r>
              <a:rPr lang="es-AR" sz="1600" b="1" dirty="0" err="1">
                <a:solidFill>
                  <a:schemeClr val="accent4"/>
                </a:solidFill>
              </a:rPr>
              <a:t>Router</a:t>
            </a:r>
            <a:r>
              <a:rPr lang="es-AR" sz="1600" b="1" dirty="0">
                <a:solidFill>
                  <a:schemeClr val="accent4"/>
                </a:solidFill>
              </a:rPr>
              <a:t> 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A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router</a:t>
            </a:r>
            <a:r>
              <a:rPr lang="es-AR" sz="1600" dirty="0">
                <a:solidFill>
                  <a:schemeClr val="bg1"/>
                </a:solidFill>
                <a:latin typeface="Consolas" panose="020B0609020204030204" pitchFamily="49" charset="0"/>
              </a:rPr>
              <a:t>-id </a:t>
            </a:r>
            <a:r>
              <a:rPr lang="es-A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x.x.x.x</a:t>
            </a:r>
            <a:endParaRPr lang="es-AR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2001;p75">
            <a:extLst>
              <a:ext uri="{FF2B5EF4-FFF2-40B4-BE49-F238E27FC236}">
                <a16:creationId xmlns:a16="http://schemas.microsoft.com/office/drawing/2014/main" id="{71A40BC7-DDE8-F9FE-49FD-A5AC9226E6B0}"/>
              </a:ext>
            </a:extLst>
          </p:cNvPr>
          <p:cNvSpPr txBox="1">
            <a:spLocks/>
          </p:cNvSpPr>
          <p:nvPr/>
        </p:nvSpPr>
        <p:spPr>
          <a:xfrm>
            <a:off x="2326375" y="1755381"/>
            <a:ext cx="4491249" cy="13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 i="0" u="none" strike="noStrike" cap="none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r>
              <a:rPr lang="es-AR" sz="8000" dirty="0"/>
              <a:t>¡Gracias!</a:t>
            </a:r>
          </a:p>
        </p:txBody>
      </p:sp>
    </p:spTree>
  </p:cSld>
  <p:clrMapOvr>
    <a:masterClrMapping/>
  </p:clrMapOvr>
  <p:transition>
    <p:cover/>
  </p:transition>
</p:sld>
</file>

<file path=ppt/theme/theme1.xml><?xml version="1.0" encoding="utf-8"?>
<a:theme xmlns:a="http://schemas.openxmlformats.org/drawingml/2006/main" name="History of Internet Class for College by Slidesgo">
  <a:themeElements>
    <a:clrScheme name="Simple Light">
      <a:dk1>
        <a:srgbClr val="000000"/>
      </a:dk1>
      <a:lt1>
        <a:srgbClr val="F3F3F3"/>
      </a:lt1>
      <a:dk2>
        <a:srgbClr val="00183A"/>
      </a:dk2>
      <a:lt2>
        <a:srgbClr val="012060"/>
      </a:lt2>
      <a:accent1>
        <a:srgbClr val="022E88"/>
      </a:accent1>
      <a:accent2>
        <a:srgbClr val="006AFF"/>
      </a:accent2>
      <a:accent3>
        <a:srgbClr val="0182AA"/>
      </a:accent3>
      <a:accent4>
        <a:srgbClr val="20F8FD"/>
      </a:accent4>
      <a:accent5>
        <a:srgbClr val="748BFF"/>
      </a:accent5>
      <a:accent6>
        <a:srgbClr val="7659FF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411</Words>
  <Application>Microsoft Office PowerPoint</Application>
  <PresentationFormat>Presentación en pantalla (16:9)</PresentationFormat>
  <Paragraphs>48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Arial</vt:lpstr>
      <vt:lpstr>Overpass</vt:lpstr>
      <vt:lpstr>Oxanium</vt:lpstr>
      <vt:lpstr>Consolas</vt:lpstr>
      <vt:lpstr>Anaheim</vt:lpstr>
      <vt:lpstr>Wingdings</vt:lpstr>
      <vt:lpstr>Jua</vt:lpstr>
      <vt:lpstr>History of Internet Class for College by Slidesgo</vt:lpstr>
      <vt:lpstr>OSPF</vt:lpstr>
      <vt:lpstr>¿Que es?</vt:lpstr>
      <vt:lpstr>Propositos </vt:lpstr>
      <vt:lpstr>El Estado de Link es una descripción de una interfaz en el Router y también es la relación con sus Routers vecinos.</vt:lpstr>
      <vt:lpstr> Mide la velocidad con la cual los Routers rellenan sus bases de datos  La red no puede ser operativa hasta que no se consiga la convergencia</vt:lpstr>
      <vt:lpstr>04</vt:lpstr>
      <vt:lpstr>COSTO DE OSPF</vt:lpstr>
      <vt:lpstr>¿ Qué son las Áreas?</vt:lpstr>
      <vt:lpstr>Router de Borde de Área (ABR)</vt:lpstr>
      <vt:lpstr>Configuración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OSPF</dc:title>
  <dc:creator>Cristian Fernandez</dc:creator>
  <cp:lastModifiedBy>Cristian Fernandez</cp:lastModifiedBy>
  <cp:revision>6</cp:revision>
  <dcterms:modified xsi:type="dcterms:W3CDTF">2023-06-02T03:01:55Z</dcterms:modified>
</cp:coreProperties>
</file>